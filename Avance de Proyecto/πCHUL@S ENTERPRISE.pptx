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Open Sans Bold" panose="020B0604020202020204" charset="0"/>
      <p:regular r:id="rId12"/>
    </p:embeddedFon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  <p:embeddedFont>
      <p:font typeface="Open Sauce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9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svg"/><Relationship Id="rId7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3.svg"/><Relationship Id="rId7" Type="http://schemas.openxmlformats.org/officeDocument/2006/relationships/image" Target="../media/image2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10" Type="http://schemas.openxmlformats.org/officeDocument/2006/relationships/image" Target="../media/image24.jpeg"/><Relationship Id="rId4" Type="http://schemas.openxmlformats.org/officeDocument/2006/relationships/image" Target="../media/image11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3.svg"/><Relationship Id="rId7" Type="http://schemas.openxmlformats.org/officeDocument/2006/relationships/image" Target="../media/image2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10" Type="http://schemas.openxmlformats.org/officeDocument/2006/relationships/image" Target="../media/image37.png"/><Relationship Id="rId4" Type="http://schemas.openxmlformats.org/officeDocument/2006/relationships/image" Target="../media/image11.png"/><Relationship Id="rId9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10.sv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9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8.svg"/><Relationship Id="rId7" Type="http://schemas.openxmlformats.org/officeDocument/2006/relationships/image" Target="../media/image1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10" Type="http://schemas.openxmlformats.org/officeDocument/2006/relationships/image" Target="../media/image37.png"/><Relationship Id="rId4" Type="http://schemas.openxmlformats.org/officeDocument/2006/relationships/image" Target="../media/image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C75FA">
                <a:alpha val="100000"/>
              </a:srgbClr>
            </a:gs>
            <a:gs pos="100000">
              <a:srgbClr val="EFBF1A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396453"/>
            <a:ext cx="18288000" cy="11083773"/>
            <a:chOff x="0" y="0"/>
            <a:chExt cx="4816593" cy="29191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919183"/>
            </a:xfrm>
            <a:custGeom>
              <a:avLst/>
              <a:gdLst/>
              <a:ahLst/>
              <a:cxnLst/>
              <a:rect l="l" t="t" r="r" b="b"/>
              <a:pathLst>
                <a:path w="4816592" h="2919183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897593"/>
                  </a:lnTo>
                  <a:cubicBezTo>
                    <a:pt x="4816592" y="2909517"/>
                    <a:pt x="4806926" y="2919183"/>
                    <a:pt x="4795002" y="2919183"/>
                  </a:cubicBezTo>
                  <a:lnTo>
                    <a:pt x="21590" y="2919183"/>
                  </a:lnTo>
                  <a:cubicBezTo>
                    <a:pt x="15864" y="2919183"/>
                    <a:pt x="10372" y="2916908"/>
                    <a:pt x="6324" y="2912859"/>
                  </a:cubicBezTo>
                  <a:cubicBezTo>
                    <a:pt x="2275" y="2908811"/>
                    <a:pt x="0" y="2903319"/>
                    <a:pt x="0" y="289759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95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96199" y="-7188235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5" y="0"/>
                </a:lnTo>
                <a:lnTo>
                  <a:pt x="9529995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 flipV="1">
            <a:off x="-810926" y="7857092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9529995"/>
                </a:moveTo>
                <a:lnTo>
                  <a:pt x="9529996" y="9529995"/>
                </a:lnTo>
                <a:lnTo>
                  <a:pt x="9529996" y="0"/>
                </a:lnTo>
                <a:lnTo>
                  <a:pt x="0" y="0"/>
                </a:lnTo>
                <a:lnTo>
                  <a:pt x="0" y="9529995"/>
                </a:lnTo>
                <a:close/>
              </a:path>
            </a:pathLst>
          </a:custGeom>
          <a:blipFill>
            <a:blip r:embed="rId4">
              <a:alphaModFix amt="7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7" name="Group 7"/>
          <p:cNvGrpSpPr/>
          <p:nvPr/>
        </p:nvGrpSpPr>
        <p:grpSpPr>
          <a:xfrm>
            <a:off x="-2150814" y="1730578"/>
            <a:ext cx="3412922" cy="341292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61196" y="5757869"/>
            <a:ext cx="2498104" cy="2498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12352" y="1730578"/>
            <a:ext cx="2785139" cy="278513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C3ED56">
                      <a:alpha val="100000"/>
                    </a:srgbClr>
                  </a:gs>
                  <a:gs pos="100000">
                    <a:srgbClr val="E48321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38862" y="5313037"/>
            <a:ext cx="779675" cy="718763"/>
          </a:xfrm>
          <a:custGeom>
            <a:avLst/>
            <a:gdLst/>
            <a:ahLst/>
            <a:cxnLst/>
            <a:rect l="l" t="t" r="r" b="b"/>
            <a:pathLst>
              <a:path w="779675" h="718763">
                <a:moveTo>
                  <a:pt x="0" y="0"/>
                </a:moveTo>
                <a:lnTo>
                  <a:pt x="779676" y="0"/>
                </a:lnTo>
                <a:lnTo>
                  <a:pt x="779676" y="718763"/>
                </a:lnTo>
                <a:lnTo>
                  <a:pt x="0" y="718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 rot="2599173">
            <a:off x="16119968" y="1707782"/>
            <a:ext cx="609542" cy="561922"/>
          </a:xfrm>
          <a:custGeom>
            <a:avLst/>
            <a:gdLst/>
            <a:ahLst/>
            <a:cxnLst/>
            <a:rect l="l" t="t" r="r" b="b"/>
            <a:pathLst>
              <a:path w="609542" h="561922">
                <a:moveTo>
                  <a:pt x="0" y="0"/>
                </a:moveTo>
                <a:lnTo>
                  <a:pt x="609542" y="0"/>
                </a:lnTo>
                <a:lnTo>
                  <a:pt x="609542" y="561922"/>
                </a:lnTo>
                <a:lnTo>
                  <a:pt x="0" y="561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9510142" y="8167271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7" y="0"/>
                </a:lnTo>
                <a:lnTo>
                  <a:pt x="486057" y="448084"/>
                </a:lnTo>
                <a:lnTo>
                  <a:pt x="0" y="4480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-1327786" y="8288732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17404567" y="3896607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2184458" y="2276874"/>
            <a:ext cx="4654771" cy="4477687"/>
          </a:xfrm>
          <a:custGeom>
            <a:avLst/>
            <a:gdLst/>
            <a:ahLst/>
            <a:cxnLst/>
            <a:rect l="l" t="t" r="r" b="b"/>
            <a:pathLst>
              <a:path w="4654771" h="4477687">
                <a:moveTo>
                  <a:pt x="0" y="0"/>
                </a:moveTo>
                <a:lnTo>
                  <a:pt x="4654771" y="0"/>
                </a:lnTo>
                <a:lnTo>
                  <a:pt x="4654771" y="4477687"/>
                </a:lnTo>
                <a:lnTo>
                  <a:pt x="0" y="447768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TextBox 22"/>
          <p:cNvSpPr txBox="1"/>
          <p:nvPr/>
        </p:nvSpPr>
        <p:spPr>
          <a:xfrm>
            <a:off x="1844197" y="4879566"/>
            <a:ext cx="12334911" cy="431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2"/>
              </a:lnSpc>
            </a:pPr>
            <a:r>
              <a:rPr lang="en-US" sz="12423" b="1" spc="-8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ENTERPRISE</a:t>
            </a:r>
          </a:p>
          <a:p>
            <a:pPr algn="l">
              <a:lnSpc>
                <a:spcPts val="17392"/>
              </a:lnSpc>
            </a:pPr>
            <a:endParaRPr lang="en-US" sz="12423" b="1" spc="-869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87047" y="2745721"/>
            <a:ext cx="14865194" cy="508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91"/>
              </a:lnSpc>
            </a:pPr>
            <a:r>
              <a:rPr lang="en-US" sz="14636" b="1" spc="-1024">
                <a:solidFill>
                  <a:srgbClr val="996C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πCHUL@S</a:t>
            </a:r>
          </a:p>
          <a:p>
            <a:pPr algn="l">
              <a:lnSpc>
                <a:spcPts val="20491"/>
              </a:lnSpc>
            </a:pPr>
            <a:endParaRPr lang="en-US" sz="14636" b="1" spc="-1024">
              <a:solidFill>
                <a:srgbClr val="996C9C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283410" y="7221969"/>
            <a:ext cx="9006983" cy="128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3699" i="1">
                <a:solidFill>
                  <a:srgbClr val="70707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πCHUL@S ENTERPRISE, S.A. de C.V.</a:t>
            </a:r>
          </a:p>
          <a:p>
            <a:pPr algn="l">
              <a:lnSpc>
                <a:spcPts val="5178"/>
              </a:lnSpc>
            </a:pPr>
            <a:endParaRPr lang="en-US" sz="3699" i="1">
              <a:solidFill>
                <a:srgbClr val="707070"/>
              </a:solidFill>
              <a:latin typeface="Open Sauce Italics"/>
              <a:ea typeface="Open Sauce Italics"/>
              <a:cs typeface="Open Sauce Italics"/>
              <a:sym typeface="Open Sauce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92695" y="1671337"/>
            <a:ext cx="2785139" cy="27851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DC75FA">
                      <a:alpha val="100000"/>
                    </a:srgbClr>
                  </a:gs>
                  <a:gs pos="100000">
                    <a:srgbClr val="EFBF1A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77835" y="-7250246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5" y="0"/>
                </a:lnTo>
                <a:lnTo>
                  <a:pt x="9529995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6" name="Group 6"/>
          <p:cNvGrpSpPr/>
          <p:nvPr/>
        </p:nvGrpSpPr>
        <p:grpSpPr>
          <a:xfrm>
            <a:off x="1546228" y="6747331"/>
            <a:ext cx="3405634" cy="2510969"/>
            <a:chOff x="0" y="0"/>
            <a:chExt cx="979405" cy="7221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9405" cy="722113"/>
            </a:xfrm>
            <a:custGeom>
              <a:avLst/>
              <a:gdLst/>
              <a:ahLst/>
              <a:cxnLst/>
              <a:rect l="l" t="t" r="r" b="b"/>
              <a:pathLst>
                <a:path w="979405" h="722113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683468"/>
                  </a:lnTo>
                  <a:cubicBezTo>
                    <a:pt x="979405" y="704811"/>
                    <a:pt x="962102" y="722113"/>
                    <a:pt x="940759" y="722113"/>
                  </a:cubicBezTo>
                  <a:lnTo>
                    <a:pt x="38646" y="722113"/>
                  </a:lnTo>
                  <a:cubicBezTo>
                    <a:pt x="28396" y="722113"/>
                    <a:pt x="18566" y="718042"/>
                    <a:pt x="11319" y="710794"/>
                  </a:cubicBezTo>
                  <a:cubicBezTo>
                    <a:pt x="4072" y="703547"/>
                    <a:pt x="0" y="693717"/>
                    <a:pt x="0" y="683468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79405" cy="760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87061" y="6747331"/>
            <a:ext cx="3405634" cy="2510969"/>
            <a:chOff x="0" y="0"/>
            <a:chExt cx="979405" cy="7221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9405" cy="722113"/>
            </a:xfrm>
            <a:custGeom>
              <a:avLst/>
              <a:gdLst/>
              <a:ahLst/>
              <a:cxnLst/>
              <a:rect l="l" t="t" r="r" b="b"/>
              <a:pathLst>
                <a:path w="979405" h="722113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683468"/>
                  </a:lnTo>
                  <a:cubicBezTo>
                    <a:pt x="979405" y="704811"/>
                    <a:pt x="962102" y="722113"/>
                    <a:pt x="940759" y="722113"/>
                  </a:cubicBezTo>
                  <a:lnTo>
                    <a:pt x="38646" y="722113"/>
                  </a:lnTo>
                  <a:cubicBezTo>
                    <a:pt x="28396" y="722113"/>
                    <a:pt x="18566" y="718042"/>
                    <a:pt x="11319" y="710794"/>
                  </a:cubicBezTo>
                  <a:cubicBezTo>
                    <a:pt x="4072" y="703547"/>
                    <a:pt x="0" y="693717"/>
                    <a:pt x="0" y="683468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79405" cy="760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10343" y="6766652"/>
            <a:ext cx="3491655" cy="2572805"/>
            <a:chOff x="0" y="0"/>
            <a:chExt cx="979405" cy="3959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9405" cy="395995"/>
            </a:xfrm>
            <a:custGeom>
              <a:avLst/>
              <a:gdLst/>
              <a:ahLst/>
              <a:cxnLst/>
              <a:rect l="l" t="t" r="r" b="b"/>
              <a:pathLst>
                <a:path w="979405" h="395995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357349"/>
                  </a:lnTo>
                  <a:cubicBezTo>
                    <a:pt x="979405" y="378693"/>
                    <a:pt x="962102" y="395995"/>
                    <a:pt x="940759" y="395995"/>
                  </a:cubicBezTo>
                  <a:lnTo>
                    <a:pt x="38646" y="395995"/>
                  </a:lnTo>
                  <a:cubicBezTo>
                    <a:pt x="28396" y="395995"/>
                    <a:pt x="18566" y="391923"/>
                    <a:pt x="11319" y="384676"/>
                  </a:cubicBezTo>
                  <a:cubicBezTo>
                    <a:pt x="4072" y="377428"/>
                    <a:pt x="0" y="367599"/>
                    <a:pt x="0" y="357349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79405" cy="434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142832" y="7822794"/>
            <a:ext cx="1673561" cy="167356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957331" y="6747331"/>
            <a:ext cx="3405634" cy="2510969"/>
            <a:chOff x="0" y="0"/>
            <a:chExt cx="979405" cy="7221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9405" cy="722113"/>
            </a:xfrm>
            <a:custGeom>
              <a:avLst/>
              <a:gdLst/>
              <a:ahLst/>
              <a:cxnLst/>
              <a:rect l="l" t="t" r="r" b="b"/>
              <a:pathLst>
                <a:path w="979405" h="722113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683468"/>
                  </a:lnTo>
                  <a:cubicBezTo>
                    <a:pt x="979405" y="704811"/>
                    <a:pt x="962102" y="722113"/>
                    <a:pt x="940759" y="722113"/>
                  </a:cubicBezTo>
                  <a:lnTo>
                    <a:pt x="38646" y="722113"/>
                  </a:lnTo>
                  <a:cubicBezTo>
                    <a:pt x="28396" y="722113"/>
                    <a:pt x="18566" y="718042"/>
                    <a:pt x="11319" y="710794"/>
                  </a:cubicBezTo>
                  <a:cubicBezTo>
                    <a:pt x="4072" y="703547"/>
                    <a:pt x="0" y="693717"/>
                    <a:pt x="0" y="683468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79405" cy="760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6875807" y="1480173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61722" y="8808782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6" name="Group 26"/>
          <p:cNvGrpSpPr/>
          <p:nvPr/>
        </p:nvGrpSpPr>
        <p:grpSpPr>
          <a:xfrm>
            <a:off x="-17259300" y="-1690561"/>
            <a:ext cx="17966065" cy="12844173"/>
            <a:chOff x="0" y="0"/>
            <a:chExt cx="4731803" cy="33828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31803" cy="3382827"/>
            </a:xfrm>
            <a:custGeom>
              <a:avLst/>
              <a:gdLst/>
              <a:ahLst/>
              <a:cxnLst/>
              <a:rect l="l" t="t" r="r" b="b"/>
              <a:pathLst>
                <a:path w="4731803" h="3382827">
                  <a:moveTo>
                    <a:pt x="21977" y="0"/>
                  </a:moveTo>
                  <a:lnTo>
                    <a:pt x="4709826" y="0"/>
                  </a:lnTo>
                  <a:cubicBezTo>
                    <a:pt x="4715655" y="0"/>
                    <a:pt x="4721245" y="2315"/>
                    <a:pt x="4725366" y="6437"/>
                  </a:cubicBezTo>
                  <a:cubicBezTo>
                    <a:pt x="4729488" y="10558"/>
                    <a:pt x="4731803" y="16148"/>
                    <a:pt x="4731803" y="21977"/>
                  </a:cubicBezTo>
                  <a:lnTo>
                    <a:pt x="4731803" y="3360850"/>
                  </a:lnTo>
                  <a:cubicBezTo>
                    <a:pt x="4731803" y="3366679"/>
                    <a:pt x="4729488" y="3372269"/>
                    <a:pt x="4725366" y="3376390"/>
                  </a:cubicBezTo>
                  <a:cubicBezTo>
                    <a:pt x="4721245" y="3380512"/>
                    <a:pt x="4715655" y="3382827"/>
                    <a:pt x="4709826" y="3382827"/>
                  </a:cubicBezTo>
                  <a:lnTo>
                    <a:pt x="21977" y="3382827"/>
                  </a:lnTo>
                  <a:cubicBezTo>
                    <a:pt x="16148" y="3382827"/>
                    <a:pt x="10558" y="3380512"/>
                    <a:pt x="6437" y="3376390"/>
                  </a:cubicBezTo>
                  <a:cubicBezTo>
                    <a:pt x="2315" y="3372269"/>
                    <a:pt x="0" y="3366679"/>
                    <a:pt x="0" y="3360850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731803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2599173">
            <a:off x="10298209" y="4477172"/>
            <a:ext cx="973532" cy="897475"/>
          </a:xfrm>
          <a:custGeom>
            <a:avLst/>
            <a:gdLst/>
            <a:ahLst/>
            <a:cxnLst/>
            <a:rect l="l" t="t" r="r" b="b"/>
            <a:pathLst>
              <a:path w="973532" h="897475">
                <a:moveTo>
                  <a:pt x="0" y="0"/>
                </a:moveTo>
                <a:lnTo>
                  <a:pt x="973532" y="0"/>
                </a:lnTo>
                <a:lnTo>
                  <a:pt x="973532" y="897475"/>
                </a:lnTo>
                <a:lnTo>
                  <a:pt x="0" y="8974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0" name="Freeform 30"/>
          <p:cNvSpPr/>
          <p:nvPr/>
        </p:nvSpPr>
        <p:spPr>
          <a:xfrm rot="2599173">
            <a:off x="17364964" y="7284684"/>
            <a:ext cx="382567" cy="352679"/>
          </a:xfrm>
          <a:custGeom>
            <a:avLst/>
            <a:gdLst/>
            <a:ahLst/>
            <a:cxnLst/>
            <a:rect l="l" t="t" r="r" b="b"/>
            <a:pathLst>
              <a:path w="382567" h="352679">
                <a:moveTo>
                  <a:pt x="0" y="0"/>
                </a:moveTo>
                <a:lnTo>
                  <a:pt x="382566" y="0"/>
                </a:lnTo>
                <a:lnTo>
                  <a:pt x="382566" y="352678"/>
                </a:lnTo>
                <a:lnTo>
                  <a:pt x="0" y="3526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1" name="TextBox 31"/>
          <p:cNvSpPr txBox="1"/>
          <p:nvPr/>
        </p:nvSpPr>
        <p:spPr>
          <a:xfrm>
            <a:off x="2260365" y="3150142"/>
            <a:ext cx="7862605" cy="156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8"/>
              </a:lnSpc>
            </a:pPr>
            <a:r>
              <a:rPr lang="en-US" sz="9206" b="1" spc="-6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Público al que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60365" y="4224888"/>
            <a:ext cx="5933052" cy="195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37"/>
              </a:lnSpc>
            </a:pPr>
            <a:r>
              <a:rPr lang="en-US" sz="11455" b="1" spc="-801">
                <a:solidFill>
                  <a:srgbClr val="996C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atiende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448766" y="6857315"/>
            <a:ext cx="3033317" cy="2207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Estudiantes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nivel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medio superior y superior</a:t>
            </a:r>
            <a:r>
              <a:rPr lang="en-US" sz="31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25035" y="6980849"/>
            <a:ext cx="2648021" cy="1643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Docentes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personal </a:t>
            </a: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académico</a:t>
            </a:r>
            <a:r>
              <a:rPr lang="en-US" sz="31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74980" y="6845755"/>
            <a:ext cx="2774310" cy="218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59"/>
              </a:lnSpc>
            </a:pP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Servicios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académicos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educativos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tecnológicos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77839" y="7165255"/>
            <a:ext cx="3324159" cy="164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Nivel </a:t>
            </a:r>
            <a:r>
              <a:rPr lang="en-US" sz="3113" i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económico</a:t>
            </a: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l">
              <a:lnSpc>
                <a:spcPts val="4359"/>
              </a:lnSpc>
            </a:pPr>
            <a:r>
              <a:rPr lang="en-US" sz="3113" i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Medio y medio-bajo.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549986" y="0"/>
            <a:ext cx="6858000" cy="10287000"/>
            <a:chOff x="0" y="0"/>
            <a:chExt cx="6350000" cy="952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85347" r="-3944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45944" y="-1278586"/>
            <a:ext cx="3352813" cy="12844173"/>
            <a:chOff x="0" y="0"/>
            <a:chExt cx="883046" cy="3382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3046" cy="3382827"/>
            </a:xfrm>
            <a:custGeom>
              <a:avLst/>
              <a:gdLst/>
              <a:ahLst/>
              <a:cxnLst/>
              <a:rect l="l" t="t" r="r" b="b"/>
              <a:pathLst>
                <a:path w="883046" h="3382827">
                  <a:moveTo>
                    <a:pt x="117763" y="0"/>
                  </a:moveTo>
                  <a:lnTo>
                    <a:pt x="765282" y="0"/>
                  </a:lnTo>
                  <a:cubicBezTo>
                    <a:pt x="830321" y="0"/>
                    <a:pt x="883046" y="52724"/>
                    <a:pt x="883046" y="117763"/>
                  </a:cubicBezTo>
                  <a:lnTo>
                    <a:pt x="883046" y="3265064"/>
                  </a:lnTo>
                  <a:cubicBezTo>
                    <a:pt x="883046" y="3296297"/>
                    <a:pt x="870638" y="3326250"/>
                    <a:pt x="848554" y="3348335"/>
                  </a:cubicBezTo>
                  <a:cubicBezTo>
                    <a:pt x="826469" y="3370420"/>
                    <a:pt x="796515" y="3382827"/>
                    <a:pt x="765282" y="3382827"/>
                  </a:cubicBezTo>
                  <a:lnTo>
                    <a:pt x="117763" y="3382827"/>
                  </a:lnTo>
                  <a:cubicBezTo>
                    <a:pt x="52724" y="3382827"/>
                    <a:pt x="0" y="3330103"/>
                    <a:pt x="0" y="3265064"/>
                  </a:cubicBezTo>
                  <a:lnTo>
                    <a:pt x="0" y="117763"/>
                  </a:lnTo>
                  <a:cubicBezTo>
                    <a:pt x="0" y="52724"/>
                    <a:pt x="52724" y="0"/>
                    <a:pt x="1177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3046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35148" y="3083180"/>
            <a:ext cx="2138034" cy="213803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C3ED56">
                      <a:alpha val="100000"/>
                    </a:srgbClr>
                  </a:gs>
                  <a:gs pos="100000">
                    <a:srgbClr val="E48321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1636" y="4023349"/>
            <a:ext cx="3479833" cy="2240303"/>
            <a:chOff x="0" y="0"/>
            <a:chExt cx="916499" cy="5900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6499" cy="590039"/>
            </a:xfrm>
            <a:custGeom>
              <a:avLst/>
              <a:gdLst/>
              <a:ahLst/>
              <a:cxnLst/>
              <a:rect l="l" t="t" r="r" b="b"/>
              <a:pathLst>
                <a:path w="916499" h="590039">
                  <a:moveTo>
                    <a:pt x="48946" y="0"/>
                  </a:moveTo>
                  <a:lnTo>
                    <a:pt x="867554" y="0"/>
                  </a:lnTo>
                  <a:cubicBezTo>
                    <a:pt x="894586" y="0"/>
                    <a:pt x="916499" y="21914"/>
                    <a:pt x="916499" y="48946"/>
                  </a:cubicBezTo>
                  <a:lnTo>
                    <a:pt x="916499" y="541093"/>
                  </a:lnTo>
                  <a:cubicBezTo>
                    <a:pt x="916499" y="568125"/>
                    <a:pt x="894586" y="590039"/>
                    <a:pt x="867554" y="590039"/>
                  </a:cubicBezTo>
                  <a:lnTo>
                    <a:pt x="48946" y="590039"/>
                  </a:lnTo>
                  <a:cubicBezTo>
                    <a:pt x="21914" y="590039"/>
                    <a:pt x="0" y="568125"/>
                    <a:pt x="0" y="541093"/>
                  </a:cubicBezTo>
                  <a:lnTo>
                    <a:pt x="0" y="48946"/>
                  </a:lnTo>
                  <a:cubicBezTo>
                    <a:pt x="0" y="21914"/>
                    <a:pt x="21914" y="0"/>
                    <a:pt x="48946" y="0"/>
                  </a:cubicBezTo>
                  <a:close/>
                </a:path>
              </a:pathLst>
            </a:custGeom>
            <a:solidFill>
              <a:srgbClr val="996C9C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16499" cy="628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27499" y="210847"/>
            <a:ext cx="9931913" cy="3404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1"/>
              </a:lnSpc>
            </a:pPr>
            <a:r>
              <a:rPr lang="en-US" sz="9808" b="1" spc="-68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Servicios que presta la empresa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31323" y="3980474"/>
            <a:ext cx="3393970" cy="2240303"/>
            <a:chOff x="0" y="0"/>
            <a:chExt cx="893885" cy="5900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3885" cy="590039"/>
            </a:xfrm>
            <a:custGeom>
              <a:avLst/>
              <a:gdLst/>
              <a:ahLst/>
              <a:cxnLst/>
              <a:rect l="l" t="t" r="r" b="b"/>
              <a:pathLst>
                <a:path w="893885" h="590039">
                  <a:moveTo>
                    <a:pt x="50184" y="0"/>
                  </a:moveTo>
                  <a:lnTo>
                    <a:pt x="843701" y="0"/>
                  </a:lnTo>
                  <a:cubicBezTo>
                    <a:pt x="871417" y="0"/>
                    <a:pt x="893885" y="22468"/>
                    <a:pt x="893885" y="50184"/>
                  </a:cubicBezTo>
                  <a:lnTo>
                    <a:pt x="893885" y="539855"/>
                  </a:lnTo>
                  <a:cubicBezTo>
                    <a:pt x="893885" y="553164"/>
                    <a:pt x="888598" y="565929"/>
                    <a:pt x="879187" y="575340"/>
                  </a:cubicBezTo>
                  <a:cubicBezTo>
                    <a:pt x="869775" y="584751"/>
                    <a:pt x="857011" y="590039"/>
                    <a:pt x="843701" y="590039"/>
                  </a:cubicBezTo>
                  <a:lnTo>
                    <a:pt x="50184" y="590039"/>
                  </a:lnTo>
                  <a:cubicBezTo>
                    <a:pt x="36874" y="590039"/>
                    <a:pt x="24110" y="584751"/>
                    <a:pt x="14698" y="575340"/>
                  </a:cubicBezTo>
                  <a:cubicBezTo>
                    <a:pt x="5287" y="565929"/>
                    <a:pt x="0" y="553164"/>
                    <a:pt x="0" y="539855"/>
                  </a:cubicBezTo>
                  <a:lnTo>
                    <a:pt x="0" y="50184"/>
                  </a:lnTo>
                  <a:cubicBezTo>
                    <a:pt x="0" y="36874"/>
                    <a:pt x="5287" y="24110"/>
                    <a:pt x="14698" y="14698"/>
                  </a:cubicBezTo>
                  <a:cubicBezTo>
                    <a:pt x="24110" y="5287"/>
                    <a:pt x="36874" y="0"/>
                    <a:pt x="50184" y="0"/>
                  </a:cubicBezTo>
                  <a:close/>
                </a:path>
              </a:pathLst>
            </a:custGeom>
            <a:solidFill>
              <a:srgbClr val="F2CB4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3885" cy="628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296541" y="8571620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8915331" y="1034117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9" name="Group 19"/>
          <p:cNvGrpSpPr/>
          <p:nvPr/>
        </p:nvGrpSpPr>
        <p:grpSpPr>
          <a:xfrm>
            <a:off x="-1086669" y="6262692"/>
            <a:ext cx="1673561" cy="167356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55556" y="9608854"/>
            <a:ext cx="2843208" cy="284320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2599173">
            <a:off x="5895202" y="2126596"/>
            <a:ext cx="565249" cy="521089"/>
          </a:xfrm>
          <a:custGeom>
            <a:avLst/>
            <a:gdLst/>
            <a:ahLst/>
            <a:cxnLst/>
            <a:rect l="l" t="t" r="r" b="b"/>
            <a:pathLst>
              <a:path w="565249" h="521089">
                <a:moveTo>
                  <a:pt x="0" y="0"/>
                </a:moveTo>
                <a:lnTo>
                  <a:pt x="565249" y="0"/>
                </a:lnTo>
                <a:lnTo>
                  <a:pt x="565249" y="521089"/>
                </a:lnTo>
                <a:lnTo>
                  <a:pt x="0" y="5210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6" name="Group 26"/>
          <p:cNvGrpSpPr/>
          <p:nvPr/>
        </p:nvGrpSpPr>
        <p:grpSpPr>
          <a:xfrm>
            <a:off x="827499" y="6673226"/>
            <a:ext cx="3479833" cy="2240303"/>
            <a:chOff x="0" y="0"/>
            <a:chExt cx="916499" cy="5900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6499" cy="590039"/>
            </a:xfrm>
            <a:custGeom>
              <a:avLst/>
              <a:gdLst/>
              <a:ahLst/>
              <a:cxnLst/>
              <a:rect l="l" t="t" r="r" b="b"/>
              <a:pathLst>
                <a:path w="916499" h="590039">
                  <a:moveTo>
                    <a:pt x="48946" y="0"/>
                  </a:moveTo>
                  <a:lnTo>
                    <a:pt x="867554" y="0"/>
                  </a:lnTo>
                  <a:cubicBezTo>
                    <a:pt x="894586" y="0"/>
                    <a:pt x="916499" y="21914"/>
                    <a:pt x="916499" y="48946"/>
                  </a:cubicBezTo>
                  <a:lnTo>
                    <a:pt x="916499" y="541093"/>
                  </a:lnTo>
                  <a:cubicBezTo>
                    <a:pt x="916499" y="568125"/>
                    <a:pt x="894586" y="590039"/>
                    <a:pt x="867554" y="590039"/>
                  </a:cubicBezTo>
                  <a:lnTo>
                    <a:pt x="48946" y="590039"/>
                  </a:lnTo>
                  <a:cubicBezTo>
                    <a:pt x="21914" y="590039"/>
                    <a:pt x="0" y="568125"/>
                    <a:pt x="0" y="541093"/>
                  </a:cubicBezTo>
                  <a:lnTo>
                    <a:pt x="0" y="48946"/>
                  </a:lnTo>
                  <a:cubicBezTo>
                    <a:pt x="0" y="21914"/>
                    <a:pt x="21914" y="0"/>
                    <a:pt x="48946" y="0"/>
                  </a:cubicBezTo>
                  <a:close/>
                </a:path>
              </a:pathLst>
            </a:custGeom>
            <a:solidFill>
              <a:srgbClr val="A2BB5A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16499" cy="628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81442" y="6673226"/>
            <a:ext cx="3393970" cy="2240303"/>
            <a:chOff x="0" y="0"/>
            <a:chExt cx="893885" cy="59003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3885" cy="590039"/>
            </a:xfrm>
            <a:custGeom>
              <a:avLst/>
              <a:gdLst/>
              <a:ahLst/>
              <a:cxnLst/>
              <a:rect l="l" t="t" r="r" b="b"/>
              <a:pathLst>
                <a:path w="893885" h="590039">
                  <a:moveTo>
                    <a:pt x="50184" y="0"/>
                  </a:moveTo>
                  <a:lnTo>
                    <a:pt x="843701" y="0"/>
                  </a:lnTo>
                  <a:cubicBezTo>
                    <a:pt x="871417" y="0"/>
                    <a:pt x="893885" y="22468"/>
                    <a:pt x="893885" y="50184"/>
                  </a:cubicBezTo>
                  <a:lnTo>
                    <a:pt x="893885" y="539855"/>
                  </a:lnTo>
                  <a:cubicBezTo>
                    <a:pt x="893885" y="553164"/>
                    <a:pt x="888598" y="565929"/>
                    <a:pt x="879187" y="575340"/>
                  </a:cubicBezTo>
                  <a:cubicBezTo>
                    <a:pt x="869775" y="584751"/>
                    <a:pt x="857011" y="590039"/>
                    <a:pt x="843701" y="590039"/>
                  </a:cubicBezTo>
                  <a:lnTo>
                    <a:pt x="50184" y="590039"/>
                  </a:lnTo>
                  <a:cubicBezTo>
                    <a:pt x="36874" y="590039"/>
                    <a:pt x="24110" y="584751"/>
                    <a:pt x="14698" y="575340"/>
                  </a:cubicBezTo>
                  <a:cubicBezTo>
                    <a:pt x="5287" y="565929"/>
                    <a:pt x="0" y="553164"/>
                    <a:pt x="0" y="539855"/>
                  </a:cubicBezTo>
                  <a:lnTo>
                    <a:pt x="0" y="50184"/>
                  </a:lnTo>
                  <a:cubicBezTo>
                    <a:pt x="0" y="36874"/>
                    <a:pt x="5287" y="24110"/>
                    <a:pt x="14698" y="14698"/>
                  </a:cubicBezTo>
                  <a:cubicBezTo>
                    <a:pt x="24110" y="5287"/>
                    <a:pt x="36874" y="0"/>
                    <a:pt x="50184" y="0"/>
                  </a:cubicBezTo>
                  <a:close/>
                </a:path>
              </a:pathLst>
            </a:custGeom>
            <a:solidFill>
              <a:srgbClr val="EB933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93885" cy="628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13537" y="5185415"/>
            <a:ext cx="3393970" cy="2240303"/>
            <a:chOff x="0" y="0"/>
            <a:chExt cx="893885" cy="5900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93885" cy="590039"/>
            </a:xfrm>
            <a:custGeom>
              <a:avLst/>
              <a:gdLst/>
              <a:ahLst/>
              <a:cxnLst/>
              <a:rect l="l" t="t" r="r" b="b"/>
              <a:pathLst>
                <a:path w="893885" h="590039">
                  <a:moveTo>
                    <a:pt x="50184" y="0"/>
                  </a:moveTo>
                  <a:lnTo>
                    <a:pt x="843701" y="0"/>
                  </a:lnTo>
                  <a:cubicBezTo>
                    <a:pt x="871417" y="0"/>
                    <a:pt x="893885" y="22468"/>
                    <a:pt x="893885" y="50184"/>
                  </a:cubicBezTo>
                  <a:lnTo>
                    <a:pt x="893885" y="539855"/>
                  </a:lnTo>
                  <a:cubicBezTo>
                    <a:pt x="893885" y="553164"/>
                    <a:pt x="888598" y="565929"/>
                    <a:pt x="879187" y="575340"/>
                  </a:cubicBezTo>
                  <a:cubicBezTo>
                    <a:pt x="869775" y="584751"/>
                    <a:pt x="857011" y="590039"/>
                    <a:pt x="843701" y="590039"/>
                  </a:cubicBezTo>
                  <a:lnTo>
                    <a:pt x="50184" y="590039"/>
                  </a:lnTo>
                  <a:cubicBezTo>
                    <a:pt x="36874" y="590039"/>
                    <a:pt x="24110" y="584751"/>
                    <a:pt x="14698" y="575340"/>
                  </a:cubicBezTo>
                  <a:cubicBezTo>
                    <a:pt x="5287" y="565929"/>
                    <a:pt x="0" y="553164"/>
                    <a:pt x="0" y="539855"/>
                  </a:cubicBezTo>
                  <a:lnTo>
                    <a:pt x="0" y="50184"/>
                  </a:lnTo>
                  <a:cubicBezTo>
                    <a:pt x="0" y="36874"/>
                    <a:pt x="5287" y="24110"/>
                    <a:pt x="14698" y="14698"/>
                  </a:cubicBezTo>
                  <a:cubicBezTo>
                    <a:pt x="24110" y="5287"/>
                    <a:pt x="36874" y="0"/>
                    <a:pt x="50184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893885" cy="628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28700" y="4341614"/>
            <a:ext cx="3016848" cy="1603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3118" lvl="1" indent="-246559" algn="l">
              <a:lnSpc>
                <a:spcPts val="3197"/>
              </a:lnSpc>
              <a:buAutoNum type="arabicPeriod"/>
            </a:pP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Desarrollo de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contenidos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digitales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educativos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21118" y="4070038"/>
            <a:ext cx="3083924" cy="195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Implementación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soluciones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tecnológicas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para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instituciones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académicas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5538" y="6942759"/>
            <a:ext cx="2890010" cy="170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5"/>
              </a:lnSpc>
            </a:pP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docente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estudiantil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herramientas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digitales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plataformas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1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escolares</a:t>
            </a:r>
            <a:r>
              <a:rPr lang="en-US" sz="191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48189" y="7309598"/>
            <a:ext cx="3133717" cy="1158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Consultoría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transformación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digital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educativa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20643" y="5716679"/>
            <a:ext cx="3179224" cy="119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gráfico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institucional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multimedia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educativa</a:t>
            </a:r>
            <a:r>
              <a:rPr lang="en-US" sz="227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80983" y="-494425"/>
            <a:ext cx="1183227" cy="1396886"/>
            <a:chOff x="0" y="0"/>
            <a:chExt cx="68847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8479" cy="812800"/>
            </a:xfrm>
            <a:custGeom>
              <a:avLst/>
              <a:gdLst/>
              <a:ahLst/>
              <a:cxnLst/>
              <a:rect l="l" t="t" r="r" b="b"/>
              <a:pathLst>
                <a:path w="688479" h="812800">
                  <a:moveTo>
                    <a:pt x="344240" y="0"/>
                  </a:moveTo>
                  <a:cubicBezTo>
                    <a:pt x="154121" y="0"/>
                    <a:pt x="0" y="181951"/>
                    <a:pt x="0" y="406400"/>
                  </a:cubicBezTo>
                  <a:cubicBezTo>
                    <a:pt x="0" y="630849"/>
                    <a:pt x="154121" y="812800"/>
                    <a:pt x="344240" y="812800"/>
                  </a:cubicBezTo>
                  <a:cubicBezTo>
                    <a:pt x="534358" y="812800"/>
                    <a:pt x="688479" y="630849"/>
                    <a:pt x="688479" y="406400"/>
                  </a:cubicBezTo>
                  <a:cubicBezTo>
                    <a:pt x="688479" y="181951"/>
                    <a:pt x="534358" y="0"/>
                    <a:pt x="344240" y="0"/>
                  </a:cubicBezTo>
                  <a:close/>
                </a:path>
              </a:pathLst>
            </a:custGeom>
            <a:solidFill>
              <a:srgbClr val="E9913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545" y="38100"/>
              <a:ext cx="55938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85722" y="6541963"/>
            <a:ext cx="1396886" cy="139688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7194" y="1612177"/>
            <a:ext cx="9498115" cy="283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9"/>
              </a:lnSpc>
            </a:pP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Brindar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soluciones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tecnológicas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visuales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faciliten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acceso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comprensión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aprovechamiento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herramientas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digitales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dentro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del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entorno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impulsando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innovación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educativa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todos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niveles</a:t>
            </a:r>
            <a:endParaRPr lang="en-US" sz="3185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397194" y="9528902"/>
            <a:ext cx="2843208" cy="284320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883433" y="4489895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 rot="5400000">
            <a:off x="8597549" y="7890083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4" name="Group 14"/>
          <p:cNvGrpSpPr/>
          <p:nvPr/>
        </p:nvGrpSpPr>
        <p:grpSpPr>
          <a:xfrm>
            <a:off x="17645944" y="-1278586"/>
            <a:ext cx="3352813" cy="12844173"/>
            <a:chOff x="0" y="0"/>
            <a:chExt cx="883046" cy="33828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3046" cy="3382827"/>
            </a:xfrm>
            <a:custGeom>
              <a:avLst/>
              <a:gdLst/>
              <a:ahLst/>
              <a:cxnLst/>
              <a:rect l="l" t="t" r="r" b="b"/>
              <a:pathLst>
                <a:path w="883046" h="3382827">
                  <a:moveTo>
                    <a:pt x="117763" y="0"/>
                  </a:moveTo>
                  <a:lnTo>
                    <a:pt x="765282" y="0"/>
                  </a:lnTo>
                  <a:cubicBezTo>
                    <a:pt x="830321" y="0"/>
                    <a:pt x="883046" y="52724"/>
                    <a:pt x="883046" y="117763"/>
                  </a:cubicBezTo>
                  <a:lnTo>
                    <a:pt x="883046" y="3265064"/>
                  </a:lnTo>
                  <a:cubicBezTo>
                    <a:pt x="883046" y="3296297"/>
                    <a:pt x="870638" y="3326250"/>
                    <a:pt x="848554" y="3348335"/>
                  </a:cubicBezTo>
                  <a:cubicBezTo>
                    <a:pt x="826469" y="3370420"/>
                    <a:pt x="796515" y="3382827"/>
                    <a:pt x="765282" y="3382827"/>
                  </a:cubicBezTo>
                  <a:lnTo>
                    <a:pt x="117763" y="3382827"/>
                  </a:lnTo>
                  <a:cubicBezTo>
                    <a:pt x="52724" y="3382827"/>
                    <a:pt x="0" y="3330103"/>
                    <a:pt x="0" y="3265064"/>
                  </a:cubicBezTo>
                  <a:lnTo>
                    <a:pt x="0" y="117763"/>
                  </a:lnTo>
                  <a:cubicBezTo>
                    <a:pt x="0" y="52724"/>
                    <a:pt x="52724" y="0"/>
                    <a:pt x="1177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83046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2599173">
            <a:off x="79660" y="8327970"/>
            <a:ext cx="635068" cy="585453"/>
          </a:xfrm>
          <a:custGeom>
            <a:avLst/>
            <a:gdLst/>
            <a:ahLst/>
            <a:cxnLst/>
            <a:rect l="l" t="t" r="r" b="b"/>
            <a:pathLst>
              <a:path w="635068" h="585453">
                <a:moveTo>
                  <a:pt x="0" y="0"/>
                </a:moveTo>
                <a:lnTo>
                  <a:pt x="635068" y="0"/>
                </a:lnTo>
                <a:lnTo>
                  <a:pt x="635068" y="585453"/>
                </a:lnTo>
                <a:lnTo>
                  <a:pt x="0" y="585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10492679" y="197860"/>
            <a:ext cx="7216549" cy="3668733"/>
          </a:xfrm>
          <a:custGeom>
            <a:avLst/>
            <a:gdLst/>
            <a:ahLst/>
            <a:cxnLst/>
            <a:rect l="l" t="t" r="r" b="b"/>
            <a:pathLst>
              <a:path w="7216549" h="3668733">
                <a:moveTo>
                  <a:pt x="0" y="0"/>
                </a:moveTo>
                <a:lnTo>
                  <a:pt x="7216549" y="0"/>
                </a:lnTo>
                <a:lnTo>
                  <a:pt x="7216549" y="3668733"/>
                </a:lnTo>
                <a:lnTo>
                  <a:pt x="0" y="36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3449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TextBox 19"/>
          <p:cNvSpPr txBox="1"/>
          <p:nvPr/>
        </p:nvSpPr>
        <p:spPr>
          <a:xfrm>
            <a:off x="417754" y="214353"/>
            <a:ext cx="4964854" cy="124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5"/>
              </a:lnSpc>
            </a:pPr>
            <a:r>
              <a:rPr lang="en-US" sz="7318" b="1" spc="-512">
                <a:solidFill>
                  <a:srgbClr val="F2CB4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Misión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61185" y="5070213"/>
            <a:ext cx="4964854" cy="124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5"/>
              </a:lnSpc>
            </a:pPr>
            <a:r>
              <a:rPr lang="en-US" sz="7318" b="1" spc="-512">
                <a:solidFill>
                  <a:srgbClr val="A2BB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Visión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61185" y="6475288"/>
            <a:ext cx="9498115" cy="3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9"/>
              </a:lnSpc>
            </a:pP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una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empresa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líder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desarrollo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contenido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digital a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nivel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nacional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reconocida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por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creatividad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compromiso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calidad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tecnológica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fortaleciendo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conexión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entre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educación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3185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tecnología</a:t>
            </a:r>
            <a:r>
              <a:rPr lang="en-US" sz="318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4459"/>
              </a:lnSpc>
            </a:pPr>
            <a:endParaRPr lang="en-US" sz="3185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7986" y="1242475"/>
            <a:ext cx="4687696" cy="1116094"/>
            <a:chOff x="0" y="0"/>
            <a:chExt cx="6250261" cy="1488125"/>
          </a:xfrm>
        </p:grpSpPr>
        <p:sp>
          <p:nvSpPr>
            <p:cNvPr id="3" name="TextBox 3"/>
            <p:cNvSpPr txBox="1"/>
            <p:nvPr/>
          </p:nvSpPr>
          <p:spPr>
            <a:xfrm>
              <a:off x="0" y="-142874"/>
              <a:ext cx="3489271" cy="1630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301"/>
                </a:lnSpc>
              </a:pPr>
              <a:r>
                <a:rPr lang="en-US" sz="7358" b="1" spc="-515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55285" y="-142875"/>
              <a:ext cx="4494977" cy="163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301"/>
                </a:lnSpc>
              </a:pPr>
              <a:r>
                <a:rPr lang="en-US" sz="7357" b="1" spc="-515">
                  <a:solidFill>
                    <a:srgbClr val="A2BB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tas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259300" y="-1690561"/>
            <a:ext cx="17966065" cy="12844173"/>
            <a:chOff x="0" y="0"/>
            <a:chExt cx="4731803" cy="33828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31803" cy="3382827"/>
            </a:xfrm>
            <a:custGeom>
              <a:avLst/>
              <a:gdLst/>
              <a:ahLst/>
              <a:cxnLst/>
              <a:rect l="l" t="t" r="r" b="b"/>
              <a:pathLst>
                <a:path w="4731803" h="3382827">
                  <a:moveTo>
                    <a:pt x="21977" y="0"/>
                  </a:moveTo>
                  <a:lnTo>
                    <a:pt x="4709826" y="0"/>
                  </a:lnTo>
                  <a:cubicBezTo>
                    <a:pt x="4715655" y="0"/>
                    <a:pt x="4721245" y="2315"/>
                    <a:pt x="4725366" y="6437"/>
                  </a:cubicBezTo>
                  <a:cubicBezTo>
                    <a:pt x="4729488" y="10558"/>
                    <a:pt x="4731803" y="16148"/>
                    <a:pt x="4731803" y="21977"/>
                  </a:cubicBezTo>
                  <a:lnTo>
                    <a:pt x="4731803" y="3360850"/>
                  </a:lnTo>
                  <a:cubicBezTo>
                    <a:pt x="4731803" y="3366679"/>
                    <a:pt x="4729488" y="3372269"/>
                    <a:pt x="4725366" y="3376390"/>
                  </a:cubicBezTo>
                  <a:cubicBezTo>
                    <a:pt x="4721245" y="3380512"/>
                    <a:pt x="4715655" y="3382827"/>
                    <a:pt x="4709826" y="3382827"/>
                  </a:cubicBezTo>
                  <a:lnTo>
                    <a:pt x="21977" y="3382827"/>
                  </a:lnTo>
                  <a:cubicBezTo>
                    <a:pt x="16148" y="3382827"/>
                    <a:pt x="10558" y="3380512"/>
                    <a:pt x="6437" y="3376390"/>
                  </a:cubicBezTo>
                  <a:cubicBezTo>
                    <a:pt x="2315" y="3372269"/>
                    <a:pt x="0" y="3366679"/>
                    <a:pt x="0" y="3360850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731803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092036" y="-7723877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5" y="0"/>
                </a:lnTo>
                <a:lnTo>
                  <a:pt x="9529995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7259300" y="1034117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935365" y="8773516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 rot="2599173">
            <a:off x="1142109" y="6955823"/>
            <a:ext cx="630036" cy="580815"/>
          </a:xfrm>
          <a:custGeom>
            <a:avLst/>
            <a:gdLst/>
            <a:ahLst/>
            <a:cxnLst/>
            <a:rect l="l" t="t" r="r" b="b"/>
            <a:pathLst>
              <a:path w="630036" h="580815">
                <a:moveTo>
                  <a:pt x="0" y="0"/>
                </a:moveTo>
                <a:lnTo>
                  <a:pt x="630036" y="0"/>
                </a:lnTo>
                <a:lnTo>
                  <a:pt x="630036" y="580815"/>
                </a:lnTo>
                <a:lnTo>
                  <a:pt x="0" y="580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 rot="2599173">
            <a:off x="17023247" y="7456025"/>
            <a:ext cx="472106" cy="435223"/>
          </a:xfrm>
          <a:custGeom>
            <a:avLst/>
            <a:gdLst/>
            <a:ahLst/>
            <a:cxnLst/>
            <a:rect l="l" t="t" r="r" b="b"/>
            <a:pathLst>
              <a:path w="472106" h="435223">
                <a:moveTo>
                  <a:pt x="0" y="0"/>
                </a:moveTo>
                <a:lnTo>
                  <a:pt x="472106" y="0"/>
                </a:lnTo>
                <a:lnTo>
                  <a:pt x="472106" y="435223"/>
                </a:lnTo>
                <a:lnTo>
                  <a:pt x="0" y="435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2533279" y="2668504"/>
            <a:ext cx="10172016" cy="7618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032" lvl="1" indent="-356016" algn="l">
              <a:lnSpc>
                <a:spcPts val="4617"/>
              </a:lnSpc>
              <a:buFont typeface="Arial"/>
              <a:buChar char="•"/>
            </a:pPr>
            <a:r>
              <a:rPr lang="en-US" sz="3297" b="1" dirty="0">
                <a:solidFill>
                  <a:srgbClr val="996C9C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3297" b="1" dirty="0" err="1">
                <a:solidFill>
                  <a:srgbClr val="996C9C"/>
                </a:solidFill>
                <a:latin typeface="Open Sauce"/>
                <a:ea typeface="Open Sauce"/>
                <a:cs typeface="Open Sauce"/>
                <a:sym typeface="Open Sauce"/>
              </a:rPr>
              <a:t>corto</a:t>
            </a:r>
            <a:r>
              <a:rPr lang="en-US" sz="3297" b="1" dirty="0">
                <a:solidFill>
                  <a:srgbClr val="996C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b="1" dirty="0" err="1">
                <a:solidFill>
                  <a:srgbClr val="996C9C"/>
                </a:solidFill>
                <a:latin typeface="Open Sauce"/>
                <a:ea typeface="Open Sauce"/>
                <a:cs typeface="Open Sauce"/>
                <a:sym typeface="Open Sauce"/>
              </a:rPr>
              <a:t>plazo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Consolidar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alianzas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instituciones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educativas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locales para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implementar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materiales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356016" lvl="1" algn="l">
              <a:lnSpc>
                <a:spcPts val="4617"/>
              </a:lnSpc>
            </a:pPr>
            <a:endParaRPr lang="en-US" sz="329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12032" lvl="1" indent="-356016" algn="l">
              <a:lnSpc>
                <a:spcPts val="4617"/>
              </a:lnSpc>
              <a:buFont typeface="Arial"/>
              <a:buChar char="•"/>
            </a:pPr>
            <a:r>
              <a:rPr lang="en-US" sz="3297" b="1" dirty="0">
                <a:solidFill>
                  <a:srgbClr val="ECAD47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3297" b="1" dirty="0" err="1">
                <a:solidFill>
                  <a:srgbClr val="ECAD47"/>
                </a:solidFill>
                <a:latin typeface="Open Sauce"/>
                <a:ea typeface="Open Sauce"/>
                <a:cs typeface="Open Sauce"/>
                <a:sym typeface="Open Sauce"/>
              </a:rPr>
              <a:t>mediano</a:t>
            </a:r>
            <a:r>
              <a:rPr lang="en-US" sz="3297" b="1" dirty="0">
                <a:solidFill>
                  <a:srgbClr val="ECAD47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b="1" dirty="0" err="1">
                <a:solidFill>
                  <a:srgbClr val="ECAD47"/>
                </a:solidFill>
                <a:latin typeface="Open Sauce"/>
                <a:ea typeface="Open Sauce"/>
                <a:cs typeface="Open Sauce"/>
                <a:sym typeface="Open Sauce"/>
              </a:rPr>
              <a:t>plazo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Expandir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servicios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digitales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ofrecer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soluciones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integradas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plataformas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aprendizaje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material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interactivo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).</a:t>
            </a:r>
          </a:p>
          <a:p>
            <a:pPr marL="356016" lvl="1" algn="l">
              <a:lnSpc>
                <a:spcPts val="4617"/>
              </a:lnSpc>
            </a:pPr>
            <a:endParaRPr lang="en-US" sz="329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12032" lvl="1" indent="-356016" algn="l">
              <a:lnSpc>
                <a:spcPts val="4617"/>
              </a:lnSpc>
              <a:buFont typeface="Arial"/>
              <a:buChar char="•"/>
            </a:pPr>
            <a:r>
              <a:rPr lang="en-US" sz="3297" b="1" dirty="0">
                <a:solidFill>
                  <a:srgbClr val="996C9C"/>
                </a:solidFill>
                <a:latin typeface="Open Sauce"/>
                <a:sym typeface="Open Sauce"/>
              </a:rPr>
              <a:t>A largo </a:t>
            </a:r>
            <a:r>
              <a:rPr lang="en-US" sz="3297" b="1" dirty="0" err="1">
                <a:solidFill>
                  <a:srgbClr val="996C9C"/>
                </a:solidFill>
                <a:latin typeface="Open Sauce"/>
                <a:sym typeface="Open Sauce"/>
              </a:rPr>
              <a:t>plazo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Posicionarse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como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un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referente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nacional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innovación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educativa</a:t>
            </a:r>
            <a:r>
              <a:rPr lang="en-US" sz="329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digital.</a:t>
            </a:r>
          </a:p>
          <a:p>
            <a:pPr algn="l">
              <a:lnSpc>
                <a:spcPts val="4617"/>
              </a:lnSpc>
            </a:pPr>
            <a:endParaRPr lang="en-US" sz="329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198205" y="279104"/>
            <a:ext cx="4382129" cy="5609125"/>
            <a:chOff x="0" y="0"/>
            <a:chExt cx="6350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blipFill>
              <a:blip r:embed="rId10"/>
              <a:stretch>
                <a:fillRect l="-45912" r="-45912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44132" y="938201"/>
            <a:ext cx="8015168" cy="801516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97986" y="1944570"/>
            <a:ext cx="4964854" cy="124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5"/>
              </a:lnSpc>
            </a:pPr>
            <a:r>
              <a:rPr lang="en-US" sz="7318" b="1" spc="-51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20003" y="1944613"/>
            <a:ext cx="4099425" cy="1242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7"/>
              </a:lnSpc>
            </a:pPr>
            <a:r>
              <a:rPr lang="en-US" sz="7319" b="1" spc="-512">
                <a:solidFill>
                  <a:srgbClr val="EB93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tivos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7259300" y="-1690561"/>
            <a:ext cx="17966065" cy="12844173"/>
            <a:chOff x="0" y="0"/>
            <a:chExt cx="4731803" cy="3382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31803" cy="3382827"/>
            </a:xfrm>
            <a:custGeom>
              <a:avLst/>
              <a:gdLst/>
              <a:ahLst/>
              <a:cxnLst/>
              <a:rect l="l" t="t" r="r" b="b"/>
              <a:pathLst>
                <a:path w="4731803" h="3382827">
                  <a:moveTo>
                    <a:pt x="21977" y="0"/>
                  </a:moveTo>
                  <a:lnTo>
                    <a:pt x="4709826" y="0"/>
                  </a:lnTo>
                  <a:cubicBezTo>
                    <a:pt x="4715655" y="0"/>
                    <a:pt x="4721245" y="2315"/>
                    <a:pt x="4725366" y="6437"/>
                  </a:cubicBezTo>
                  <a:cubicBezTo>
                    <a:pt x="4729488" y="10558"/>
                    <a:pt x="4731803" y="16148"/>
                    <a:pt x="4731803" y="21977"/>
                  </a:cubicBezTo>
                  <a:lnTo>
                    <a:pt x="4731803" y="3360850"/>
                  </a:lnTo>
                  <a:cubicBezTo>
                    <a:pt x="4731803" y="3366679"/>
                    <a:pt x="4729488" y="3372269"/>
                    <a:pt x="4725366" y="3376390"/>
                  </a:cubicBezTo>
                  <a:cubicBezTo>
                    <a:pt x="4721245" y="3380512"/>
                    <a:pt x="4715655" y="3382827"/>
                    <a:pt x="4709826" y="3382827"/>
                  </a:cubicBezTo>
                  <a:lnTo>
                    <a:pt x="21977" y="3382827"/>
                  </a:lnTo>
                  <a:cubicBezTo>
                    <a:pt x="16148" y="3382827"/>
                    <a:pt x="10558" y="3380512"/>
                    <a:pt x="6437" y="3376390"/>
                  </a:cubicBezTo>
                  <a:cubicBezTo>
                    <a:pt x="2315" y="3372269"/>
                    <a:pt x="0" y="3366679"/>
                    <a:pt x="0" y="3360850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31803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66288" y="9217983"/>
            <a:ext cx="2138034" cy="213803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3972F0">
                      <a:alpha val="100000"/>
                    </a:srgbClr>
                  </a:gs>
                  <a:gs pos="100000">
                    <a:srgbClr val="1CDA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92434" y="7876025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7477266" y="1497656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 rot="2599173">
            <a:off x="16941766" y="6930382"/>
            <a:ext cx="635068" cy="585453"/>
          </a:xfrm>
          <a:custGeom>
            <a:avLst/>
            <a:gdLst/>
            <a:ahLst/>
            <a:cxnLst/>
            <a:rect l="l" t="t" r="r" b="b"/>
            <a:pathLst>
              <a:path w="635068" h="585453">
                <a:moveTo>
                  <a:pt x="0" y="0"/>
                </a:moveTo>
                <a:lnTo>
                  <a:pt x="635068" y="0"/>
                </a:lnTo>
                <a:lnTo>
                  <a:pt x="635068" y="585453"/>
                </a:lnTo>
                <a:lnTo>
                  <a:pt x="0" y="58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 rot="2599173">
            <a:off x="8656053" y="2185706"/>
            <a:ext cx="969701" cy="893943"/>
          </a:xfrm>
          <a:custGeom>
            <a:avLst/>
            <a:gdLst/>
            <a:ahLst/>
            <a:cxnLst/>
            <a:rect l="l" t="t" r="r" b="b"/>
            <a:pathLst>
              <a:path w="969701" h="893943">
                <a:moveTo>
                  <a:pt x="0" y="0"/>
                </a:moveTo>
                <a:lnTo>
                  <a:pt x="969701" y="0"/>
                </a:lnTo>
                <a:lnTo>
                  <a:pt x="969701" y="893943"/>
                </a:lnTo>
                <a:lnTo>
                  <a:pt x="0" y="893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7" name="Group 17"/>
          <p:cNvGrpSpPr/>
          <p:nvPr/>
        </p:nvGrpSpPr>
        <p:grpSpPr>
          <a:xfrm>
            <a:off x="10114017" y="1243132"/>
            <a:ext cx="6261850" cy="8015168"/>
            <a:chOff x="0" y="0"/>
            <a:chExt cx="6350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blipFill>
              <a:blip r:embed="rId6"/>
              <a:stretch>
                <a:fillRect l="-43459" r="-31085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97986" y="3584522"/>
            <a:ext cx="7198472" cy="489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619" lvl="1" indent="-269310" algn="l">
              <a:lnSpc>
                <a:spcPts val="3492"/>
              </a:lnSpc>
              <a:buAutoNum type="arabicPeriod"/>
            </a:pP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Crear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materiales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educativos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simplifiquen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procesos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escolares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38619" lvl="1" indent="-269310" algn="l">
              <a:lnSpc>
                <a:spcPts val="3492"/>
              </a:lnSpc>
              <a:buAutoNum type="arabicPeriod"/>
            </a:pP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Desarrollar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contenido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visual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atractivo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incremente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interés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estudiantil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38619" lvl="1" indent="-269310" algn="l">
              <a:lnSpc>
                <a:spcPts val="3492"/>
              </a:lnSpc>
              <a:buAutoNum type="arabicPeriod"/>
            </a:pP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Promover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aprendizaje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autónomo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mediante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tutoriales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interactivos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38619" lvl="1" indent="-269310" algn="l">
              <a:lnSpc>
                <a:spcPts val="3492"/>
              </a:lnSpc>
              <a:buAutoNum type="arabicPeriod"/>
            </a:pP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Aumentar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accesibilidad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la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información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académica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38619" lvl="1" indent="-269310" algn="l">
              <a:lnSpc>
                <a:spcPts val="3492"/>
              </a:lnSpc>
              <a:buAutoNum type="arabicPeriod"/>
            </a:pP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Fortalecer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presencia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institucional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través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soluciones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visuales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coherentes</a:t>
            </a:r>
            <a:r>
              <a:rPr lang="en-US" sz="249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492"/>
              </a:lnSpc>
            </a:pPr>
            <a:endParaRPr lang="en-US" sz="249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48350" y="721476"/>
            <a:ext cx="2138034" cy="213803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C3ED56">
                      <a:alpha val="100000"/>
                    </a:srgbClr>
                  </a:gs>
                  <a:gs pos="100000">
                    <a:srgbClr val="E48321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08142" y="-864936"/>
            <a:ext cx="10281391" cy="12844173"/>
            <a:chOff x="0" y="0"/>
            <a:chExt cx="2707856" cy="33828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7856" cy="3382827"/>
            </a:xfrm>
            <a:custGeom>
              <a:avLst/>
              <a:gdLst/>
              <a:ahLst/>
              <a:cxnLst/>
              <a:rect l="l" t="t" r="r" b="b"/>
              <a:pathLst>
                <a:path w="2707856" h="3382827">
                  <a:moveTo>
                    <a:pt x="38403" y="0"/>
                  </a:moveTo>
                  <a:lnTo>
                    <a:pt x="2669453" y="0"/>
                  </a:lnTo>
                  <a:cubicBezTo>
                    <a:pt x="2679638" y="0"/>
                    <a:pt x="2689406" y="4046"/>
                    <a:pt x="2696608" y="11248"/>
                  </a:cubicBezTo>
                  <a:cubicBezTo>
                    <a:pt x="2703810" y="18450"/>
                    <a:pt x="2707856" y="28218"/>
                    <a:pt x="2707856" y="38403"/>
                  </a:cubicBezTo>
                  <a:lnTo>
                    <a:pt x="2707856" y="3344424"/>
                  </a:lnTo>
                  <a:cubicBezTo>
                    <a:pt x="2707856" y="3354609"/>
                    <a:pt x="2703810" y="3364377"/>
                    <a:pt x="2696608" y="3371579"/>
                  </a:cubicBezTo>
                  <a:cubicBezTo>
                    <a:pt x="2689406" y="3378781"/>
                    <a:pt x="2679638" y="3382827"/>
                    <a:pt x="2669453" y="3382827"/>
                  </a:cubicBezTo>
                  <a:lnTo>
                    <a:pt x="38403" y="3382827"/>
                  </a:lnTo>
                  <a:cubicBezTo>
                    <a:pt x="28218" y="3382827"/>
                    <a:pt x="18450" y="3378781"/>
                    <a:pt x="11248" y="3371579"/>
                  </a:cubicBezTo>
                  <a:cubicBezTo>
                    <a:pt x="4046" y="3364377"/>
                    <a:pt x="0" y="3354609"/>
                    <a:pt x="0" y="3344424"/>
                  </a:cubicBezTo>
                  <a:lnTo>
                    <a:pt x="0" y="38403"/>
                  </a:lnTo>
                  <a:cubicBezTo>
                    <a:pt x="0" y="28218"/>
                    <a:pt x="4046" y="18450"/>
                    <a:pt x="11248" y="11248"/>
                  </a:cubicBezTo>
                  <a:cubicBezTo>
                    <a:pt x="18450" y="4046"/>
                    <a:pt x="28218" y="0"/>
                    <a:pt x="384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7856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86669" y="6262692"/>
            <a:ext cx="1673561" cy="1673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020776" y="528088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2" name="Group 12"/>
          <p:cNvGrpSpPr/>
          <p:nvPr/>
        </p:nvGrpSpPr>
        <p:grpSpPr>
          <a:xfrm>
            <a:off x="0" y="9828123"/>
            <a:ext cx="18288000" cy="12844173"/>
            <a:chOff x="0" y="0"/>
            <a:chExt cx="4816593" cy="33828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3382827"/>
            </a:xfrm>
            <a:custGeom>
              <a:avLst/>
              <a:gdLst/>
              <a:ahLst/>
              <a:cxnLst/>
              <a:rect l="l" t="t" r="r" b="b"/>
              <a:pathLst>
                <a:path w="4816592" h="3382827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3361237"/>
                  </a:lnTo>
                  <a:cubicBezTo>
                    <a:pt x="4816592" y="3366963"/>
                    <a:pt x="4814318" y="3372455"/>
                    <a:pt x="4810269" y="3376504"/>
                  </a:cubicBezTo>
                  <a:cubicBezTo>
                    <a:pt x="4806220" y="3380553"/>
                    <a:pt x="4800728" y="3382827"/>
                    <a:pt x="4795002" y="3382827"/>
                  </a:cubicBezTo>
                  <a:lnTo>
                    <a:pt x="21590" y="3382827"/>
                  </a:lnTo>
                  <a:cubicBezTo>
                    <a:pt x="9666" y="3382827"/>
                    <a:pt x="0" y="3373161"/>
                    <a:pt x="0" y="336123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16593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66080" y="9171889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 rot="2599173">
            <a:off x="912132" y="662547"/>
            <a:ext cx="565249" cy="521089"/>
          </a:xfrm>
          <a:custGeom>
            <a:avLst/>
            <a:gdLst/>
            <a:ahLst/>
            <a:cxnLst/>
            <a:rect l="l" t="t" r="r" b="b"/>
            <a:pathLst>
              <a:path w="565249" h="521089">
                <a:moveTo>
                  <a:pt x="0" y="0"/>
                </a:moveTo>
                <a:lnTo>
                  <a:pt x="565249" y="0"/>
                </a:lnTo>
                <a:lnTo>
                  <a:pt x="565249" y="521089"/>
                </a:lnTo>
                <a:lnTo>
                  <a:pt x="0" y="521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 rot="2599173">
            <a:off x="424886" y="6042191"/>
            <a:ext cx="326694" cy="301171"/>
          </a:xfrm>
          <a:custGeom>
            <a:avLst/>
            <a:gdLst/>
            <a:ahLst/>
            <a:cxnLst/>
            <a:rect l="l" t="t" r="r" b="b"/>
            <a:pathLst>
              <a:path w="326694" h="301171">
                <a:moveTo>
                  <a:pt x="0" y="0"/>
                </a:moveTo>
                <a:lnTo>
                  <a:pt x="326693" y="0"/>
                </a:lnTo>
                <a:lnTo>
                  <a:pt x="326693" y="301171"/>
                </a:lnTo>
                <a:lnTo>
                  <a:pt x="0" y="3011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10334119" y="-244962"/>
            <a:ext cx="11988492" cy="10035027"/>
          </a:xfrm>
          <a:custGeom>
            <a:avLst/>
            <a:gdLst/>
            <a:ahLst/>
            <a:cxnLst/>
            <a:rect l="l" t="t" r="r" b="b"/>
            <a:pathLst>
              <a:path w="11988492" h="10035027">
                <a:moveTo>
                  <a:pt x="0" y="0"/>
                </a:moveTo>
                <a:lnTo>
                  <a:pt x="11988492" y="0"/>
                </a:lnTo>
                <a:lnTo>
                  <a:pt x="11988492" y="10035028"/>
                </a:lnTo>
                <a:lnTo>
                  <a:pt x="0" y="10035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558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9" name="Group 19"/>
          <p:cNvGrpSpPr/>
          <p:nvPr/>
        </p:nvGrpSpPr>
        <p:grpSpPr>
          <a:xfrm>
            <a:off x="1194756" y="2519381"/>
            <a:ext cx="9503753" cy="5416872"/>
            <a:chOff x="0" y="0"/>
            <a:chExt cx="12671671" cy="7222496"/>
          </a:xfrm>
        </p:grpSpPr>
        <p:grpSp>
          <p:nvGrpSpPr>
            <p:cNvPr id="20" name="Group 20"/>
            <p:cNvGrpSpPr/>
            <p:nvPr/>
          </p:nvGrpSpPr>
          <p:grpSpPr>
            <a:xfrm>
              <a:off x="572366" y="1914235"/>
              <a:ext cx="12099304" cy="5308260"/>
              <a:chOff x="0" y="0"/>
              <a:chExt cx="2139986" cy="93886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139986" cy="938864"/>
              </a:xfrm>
              <a:custGeom>
                <a:avLst/>
                <a:gdLst/>
                <a:ahLst/>
                <a:cxnLst/>
                <a:rect l="l" t="t" r="r" b="b"/>
                <a:pathLst>
                  <a:path w="2139986" h="938864">
                    <a:moveTo>
                      <a:pt x="20962" y="0"/>
                    </a:moveTo>
                    <a:lnTo>
                      <a:pt x="2119024" y="0"/>
                    </a:lnTo>
                    <a:cubicBezTo>
                      <a:pt x="2130601" y="0"/>
                      <a:pt x="2139986" y="9385"/>
                      <a:pt x="2139986" y="20962"/>
                    </a:cubicBezTo>
                    <a:lnTo>
                      <a:pt x="2139986" y="917902"/>
                    </a:lnTo>
                    <a:cubicBezTo>
                      <a:pt x="2139986" y="923462"/>
                      <a:pt x="2137777" y="928793"/>
                      <a:pt x="2133846" y="932724"/>
                    </a:cubicBezTo>
                    <a:cubicBezTo>
                      <a:pt x="2129915" y="936656"/>
                      <a:pt x="2124583" y="938864"/>
                      <a:pt x="2119024" y="938864"/>
                    </a:cubicBezTo>
                    <a:lnTo>
                      <a:pt x="20962" y="938864"/>
                    </a:lnTo>
                    <a:cubicBezTo>
                      <a:pt x="9385" y="938864"/>
                      <a:pt x="0" y="929479"/>
                      <a:pt x="0" y="917902"/>
                    </a:cubicBezTo>
                    <a:lnTo>
                      <a:pt x="0" y="20962"/>
                    </a:lnTo>
                    <a:cubicBezTo>
                      <a:pt x="0" y="15403"/>
                      <a:pt x="2208" y="10071"/>
                      <a:pt x="6140" y="6140"/>
                    </a:cubicBezTo>
                    <a:cubicBezTo>
                      <a:pt x="10071" y="2208"/>
                      <a:pt x="15403" y="0"/>
                      <a:pt x="20962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139986" cy="9769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-123825"/>
              <a:ext cx="12671671" cy="3128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99"/>
                </a:lnSpc>
              </a:pPr>
              <a:r>
                <a:rPr lang="en-US" sz="6856" b="1" spc="-4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Logo (descripción visual)</a:t>
              </a:r>
            </a:p>
            <a:p>
              <a:pPr algn="l">
                <a:lnSpc>
                  <a:spcPts val="9599"/>
                </a:lnSpc>
              </a:pPr>
              <a:endParaRPr lang="en-US" sz="6856" b="1" spc="-4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9833" y="2408040"/>
              <a:ext cx="11381651" cy="4152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5761" lvl="1" indent="-242881" algn="l">
                <a:lnSpc>
                  <a:spcPts val="3149"/>
                </a:lnSpc>
                <a:buFont typeface="Arial"/>
                <a:buChar char="•"/>
              </a:pPr>
              <a:r>
                <a:rPr lang="en-US" sz="224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El logo representa la letra π (pi) como símbolo de conocimiento y lógica.</a:t>
              </a:r>
            </a:p>
            <a:p>
              <a:pPr marL="485761" lvl="1" indent="-242881" algn="l">
                <a:lnSpc>
                  <a:spcPts val="3149"/>
                </a:lnSpc>
                <a:buFont typeface="Arial"/>
                <a:buChar char="•"/>
              </a:pPr>
              <a:r>
                <a:rPr lang="en-US" sz="224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combina con un diseño moderno y juvenil, donde la “@” al final representa la conexión digital y tecnológica.</a:t>
              </a:r>
            </a:p>
            <a:p>
              <a:pPr marL="485761" lvl="1" indent="-242881" algn="l">
                <a:lnSpc>
                  <a:spcPts val="3149"/>
                </a:lnSpc>
                <a:buFont typeface="Arial"/>
                <a:buChar char="•"/>
              </a:pPr>
              <a:r>
                <a:rPr lang="en-US" sz="224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Colores institucionales: Verde esmeralda y dorado, que simbolizan crecimiento, innovación y éxito académico en la UAEM</a:t>
              </a:r>
            </a:p>
            <a:p>
              <a:pPr algn="l">
                <a:lnSpc>
                  <a:spcPts val="3149"/>
                </a:lnSpc>
              </a:pPr>
              <a:endParaRPr lang="en-US" sz="22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139238" y="4962842"/>
            <a:ext cx="95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585944" y="7569980"/>
            <a:ext cx="6397256" cy="1497072"/>
          </a:xfrm>
          <a:prstGeom prst="rect">
            <a:avLst/>
          </a:prstGeom>
        </p:spPr>
        <p:txBody>
          <a:bodyPr lIns="0" tIns="0" rIns="0" bIns="0" rtlCol="0" anchor="t">
            <a:prstTxWarp prst="textArchDown">
              <a:avLst/>
            </a:prstTxWarp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9600" b="1" dirty="0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</a:t>
            </a:r>
            <a:r>
              <a:rPr lang="en-US" sz="9600" b="1" dirty="0" err="1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Aprender</a:t>
            </a:r>
            <a:r>
              <a:rPr lang="en-US" sz="9600" b="1" dirty="0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es </a:t>
            </a:r>
            <a:r>
              <a:rPr lang="en-US" sz="9600" b="1" dirty="0" err="1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más</a:t>
            </a:r>
            <a:r>
              <a:rPr lang="en-US" sz="9600" b="1" dirty="0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π</a:t>
            </a:r>
            <a:r>
              <a:rPr lang="en-US" sz="9600" b="1" dirty="0" err="1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chul</a:t>
            </a:r>
            <a:r>
              <a:rPr lang="en-US" sz="9600" b="1" dirty="0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@ </a:t>
            </a:r>
            <a:r>
              <a:rPr lang="en-US" sz="9600" b="1" dirty="0" err="1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cuando</a:t>
            </a:r>
            <a:r>
              <a:rPr lang="en-US" sz="9600" b="1" dirty="0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es </a:t>
            </a:r>
            <a:r>
              <a:rPr lang="en-US" sz="9600" b="1" dirty="0" err="1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fácil</a:t>
            </a:r>
            <a:r>
              <a:rPr lang="en-US" sz="9600" b="1" dirty="0">
                <a:solidFill>
                  <a:srgbClr val="436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.”</a:t>
            </a:r>
          </a:p>
          <a:p>
            <a:pPr algn="ctr">
              <a:lnSpc>
                <a:spcPts val="3264"/>
              </a:lnSpc>
            </a:pPr>
            <a:endParaRPr lang="en-US" sz="2431" b="1" dirty="0">
              <a:solidFill>
                <a:srgbClr val="4362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401687"/>
            <a:ext cx="18288000" cy="11083773"/>
            <a:chOff x="0" y="0"/>
            <a:chExt cx="4816593" cy="29191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919183"/>
            </a:xfrm>
            <a:custGeom>
              <a:avLst/>
              <a:gdLst/>
              <a:ahLst/>
              <a:cxnLst/>
              <a:rect l="l" t="t" r="r" b="b"/>
              <a:pathLst>
                <a:path w="4816592" h="2919183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897593"/>
                  </a:lnTo>
                  <a:cubicBezTo>
                    <a:pt x="4816592" y="2909517"/>
                    <a:pt x="4806926" y="2919183"/>
                    <a:pt x="4795002" y="2919183"/>
                  </a:cubicBezTo>
                  <a:lnTo>
                    <a:pt x="21590" y="2919183"/>
                  </a:lnTo>
                  <a:cubicBezTo>
                    <a:pt x="15864" y="2919183"/>
                    <a:pt x="10372" y="2916908"/>
                    <a:pt x="6324" y="2912859"/>
                  </a:cubicBezTo>
                  <a:cubicBezTo>
                    <a:pt x="2275" y="2908811"/>
                    <a:pt x="0" y="2903319"/>
                    <a:pt x="0" y="289759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95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3465690" y="6298891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6" y="0"/>
                </a:lnTo>
                <a:lnTo>
                  <a:pt x="9529996" y="9529996"/>
                </a:lnTo>
                <a:lnTo>
                  <a:pt x="0" y="9529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6094119" y="-7263081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6" y="0"/>
                </a:lnTo>
                <a:lnTo>
                  <a:pt x="9529996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7" name="Group 7"/>
          <p:cNvGrpSpPr/>
          <p:nvPr/>
        </p:nvGrpSpPr>
        <p:grpSpPr>
          <a:xfrm>
            <a:off x="1530433" y="4800073"/>
            <a:ext cx="10483357" cy="5080041"/>
            <a:chOff x="0" y="0"/>
            <a:chExt cx="2761049" cy="13379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61049" cy="1337953"/>
            </a:xfrm>
            <a:custGeom>
              <a:avLst/>
              <a:gdLst/>
              <a:ahLst/>
              <a:cxnLst/>
              <a:rect l="l" t="t" r="r" b="b"/>
              <a:pathLst>
                <a:path w="2761049" h="1337953">
                  <a:moveTo>
                    <a:pt x="16247" y="0"/>
                  </a:moveTo>
                  <a:lnTo>
                    <a:pt x="2744802" y="0"/>
                  </a:lnTo>
                  <a:cubicBezTo>
                    <a:pt x="2749111" y="0"/>
                    <a:pt x="2753243" y="1712"/>
                    <a:pt x="2756290" y="4759"/>
                  </a:cubicBezTo>
                  <a:cubicBezTo>
                    <a:pt x="2759337" y="7806"/>
                    <a:pt x="2761049" y="11938"/>
                    <a:pt x="2761049" y="16247"/>
                  </a:cubicBezTo>
                  <a:lnTo>
                    <a:pt x="2761049" y="1321706"/>
                  </a:lnTo>
                  <a:cubicBezTo>
                    <a:pt x="2761049" y="1330679"/>
                    <a:pt x="2753775" y="1337953"/>
                    <a:pt x="2744802" y="1337953"/>
                  </a:cubicBezTo>
                  <a:lnTo>
                    <a:pt x="16247" y="1337953"/>
                  </a:lnTo>
                  <a:cubicBezTo>
                    <a:pt x="11938" y="1337953"/>
                    <a:pt x="7806" y="1336241"/>
                    <a:pt x="4759" y="1333195"/>
                  </a:cubicBezTo>
                  <a:cubicBezTo>
                    <a:pt x="1712" y="1330148"/>
                    <a:pt x="0" y="1326015"/>
                    <a:pt x="0" y="1321706"/>
                  </a:cubicBezTo>
                  <a:lnTo>
                    <a:pt x="0" y="16247"/>
                  </a:lnTo>
                  <a:cubicBezTo>
                    <a:pt x="0" y="11938"/>
                    <a:pt x="1712" y="7806"/>
                    <a:pt x="4759" y="4759"/>
                  </a:cubicBezTo>
                  <a:cubicBezTo>
                    <a:pt x="7806" y="1712"/>
                    <a:pt x="11938" y="0"/>
                    <a:pt x="16247" y="0"/>
                  </a:cubicBezTo>
                  <a:close/>
                </a:path>
              </a:pathLst>
            </a:custGeom>
            <a:solidFill>
              <a:srgbClr val="996C9C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61049" cy="1376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68480" y="2748171"/>
            <a:ext cx="3151190" cy="315119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C3ED56">
                      <a:alpha val="100000"/>
                    </a:srgbClr>
                  </a:gs>
                  <a:gs pos="100000">
                    <a:srgbClr val="E48321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949873" y="7395262"/>
            <a:ext cx="1692546" cy="169254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949873" y="1497656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-738166" y="2899246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7"/>
                </a:lnTo>
                <a:lnTo>
                  <a:pt x="0" y="969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 rot="2599173">
            <a:off x="16091348" y="3099095"/>
            <a:ext cx="727562" cy="670721"/>
          </a:xfrm>
          <a:custGeom>
            <a:avLst/>
            <a:gdLst/>
            <a:ahLst/>
            <a:cxnLst/>
            <a:rect l="l" t="t" r="r" b="b"/>
            <a:pathLst>
              <a:path w="727562" h="670721">
                <a:moveTo>
                  <a:pt x="0" y="0"/>
                </a:moveTo>
                <a:lnTo>
                  <a:pt x="727562" y="0"/>
                </a:lnTo>
                <a:lnTo>
                  <a:pt x="727562" y="670721"/>
                </a:lnTo>
                <a:lnTo>
                  <a:pt x="0" y="67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 rot="2599173">
            <a:off x="11608639" y="5260438"/>
            <a:ext cx="474441" cy="437375"/>
          </a:xfrm>
          <a:custGeom>
            <a:avLst/>
            <a:gdLst/>
            <a:ahLst/>
            <a:cxnLst/>
            <a:rect l="l" t="t" r="r" b="b"/>
            <a:pathLst>
              <a:path w="474441" h="437375">
                <a:moveTo>
                  <a:pt x="0" y="0"/>
                </a:moveTo>
                <a:lnTo>
                  <a:pt x="474441" y="0"/>
                </a:lnTo>
                <a:lnTo>
                  <a:pt x="474441" y="437375"/>
                </a:lnTo>
                <a:lnTo>
                  <a:pt x="0" y="437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11504054" y="220766"/>
            <a:ext cx="6272908" cy="9873012"/>
          </a:xfrm>
          <a:custGeom>
            <a:avLst/>
            <a:gdLst/>
            <a:ahLst/>
            <a:cxnLst/>
            <a:rect l="l" t="t" r="r" b="b"/>
            <a:pathLst>
              <a:path w="6272908" h="9873012">
                <a:moveTo>
                  <a:pt x="0" y="0"/>
                </a:moveTo>
                <a:lnTo>
                  <a:pt x="6272908" y="0"/>
                </a:lnTo>
                <a:lnTo>
                  <a:pt x="6272908" y="9873012"/>
                </a:lnTo>
                <a:lnTo>
                  <a:pt x="0" y="98730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TextBox 21"/>
          <p:cNvSpPr txBox="1"/>
          <p:nvPr/>
        </p:nvSpPr>
        <p:spPr>
          <a:xfrm>
            <a:off x="1597986" y="2076352"/>
            <a:ext cx="7168451" cy="179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93"/>
              </a:lnSpc>
            </a:pPr>
            <a:r>
              <a:rPr lang="en-US" sz="10566" b="1" spc="-7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12756" y="2076414"/>
            <a:ext cx="5918911" cy="179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96"/>
              </a:lnSpc>
            </a:pPr>
            <a:r>
              <a:rPr lang="en-US" sz="10568" b="1" spc="-739">
                <a:solidFill>
                  <a:srgbClr val="EB93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7497" y="5119173"/>
            <a:ext cx="10028362" cy="444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πCHUL@S ENTERPRISE nació en 2025 como una iniciativa universitaria de un grupo de jóvenes apasionados por la tecnología y la educación.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El proyecto comenzó con la creación de manuales y videos tutoriales para apoyar a estudiantes en el uso de plataformas institucionales.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El éxito y la demanda de materiales llevó a los fundadores a formalizar la empresa, orientándola a la producción de contenidos educativos innovadores que faciliten el aprendizaje digital dentro de instituciones académicas.</a:t>
            </a:r>
          </a:p>
          <a:p>
            <a:pPr algn="l">
              <a:lnSpc>
                <a:spcPts val="3254"/>
              </a:lnSpc>
            </a:pPr>
            <a:endParaRPr lang="en-US" sz="2324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57712" y="-1307820"/>
            <a:ext cx="5051305" cy="12844173"/>
            <a:chOff x="0" y="0"/>
            <a:chExt cx="1330385" cy="33828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0385" cy="3382827"/>
            </a:xfrm>
            <a:custGeom>
              <a:avLst/>
              <a:gdLst/>
              <a:ahLst/>
              <a:cxnLst/>
              <a:rect l="l" t="t" r="r" b="b"/>
              <a:pathLst>
                <a:path w="1330385" h="3382827">
                  <a:moveTo>
                    <a:pt x="78166" y="0"/>
                  </a:moveTo>
                  <a:lnTo>
                    <a:pt x="1252219" y="0"/>
                  </a:lnTo>
                  <a:cubicBezTo>
                    <a:pt x="1272950" y="0"/>
                    <a:pt x="1292832" y="8235"/>
                    <a:pt x="1307491" y="22894"/>
                  </a:cubicBezTo>
                  <a:cubicBezTo>
                    <a:pt x="1322150" y="37553"/>
                    <a:pt x="1330385" y="57435"/>
                    <a:pt x="1330385" y="78166"/>
                  </a:cubicBezTo>
                  <a:lnTo>
                    <a:pt x="1330385" y="3304662"/>
                  </a:lnTo>
                  <a:cubicBezTo>
                    <a:pt x="1330385" y="3325392"/>
                    <a:pt x="1322150" y="3345274"/>
                    <a:pt x="1307491" y="3359933"/>
                  </a:cubicBezTo>
                  <a:cubicBezTo>
                    <a:pt x="1292832" y="3374592"/>
                    <a:pt x="1272950" y="3382827"/>
                    <a:pt x="1252219" y="3382827"/>
                  </a:cubicBezTo>
                  <a:lnTo>
                    <a:pt x="78166" y="3382827"/>
                  </a:lnTo>
                  <a:cubicBezTo>
                    <a:pt x="57435" y="3382827"/>
                    <a:pt x="37553" y="3374592"/>
                    <a:pt x="22894" y="3359933"/>
                  </a:cubicBezTo>
                  <a:cubicBezTo>
                    <a:pt x="8235" y="3345274"/>
                    <a:pt x="0" y="3325392"/>
                    <a:pt x="0" y="3304662"/>
                  </a:cubicBezTo>
                  <a:lnTo>
                    <a:pt x="0" y="78166"/>
                  </a:lnTo>
                  <a:cubicBezTo>
                    <a:pt x="0" y="57435"/>
                    <a:pt x="8235" y="37553"/>
                    <a:pt x="22894" y="22894"/>
                  </a:cubicBezTo>
                  <a:cubicBezTo>
                    <a:pt x="37553" y="8235"/>
                    <a:pt x="57435" y="0"/>
                    <a:pt x="781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0385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49815" y="2648581"/>
            <a:ext cx="1673561" cy="16735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605488" y="3564881"/>
            <a:ext cx="7396725" cy="3880322"/>
            <a:chOff x="0" y="0"/>
            <a:chExt cx="6350000" cy="3331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3331210"/>
            </a:xfrm>
            <a:custGeom>
              <a:avLst/>
              <a:gdLst/>
              <a:ahLst/>
              <a:cxnLst/>
              <a:rect l="l" t="t" r="r" b="b"/>
              <a:pathLst>
                <a:path w="6350000" h="3331210">
                  <a:moveTo>
                    <a:pt x="6209030" y="0"/>
                  </a:moveTo>
                  <a:lnTo>
                    <a:pt x="140970" y="0"/>
                  </a:lnTo>
                  <a:cubicBezTo>
                    <a:pt x="63500" y="0"/>
                    <a:pt x="0" y="62230"/>
                    <a:pt x="0" y="138430"/>
                  </a:cubicBezTo>
                  <a:lnTo>
                    <a:pt x="0" y="3192780"/>
                  </a:lnTo>
                  <a:cubicBezTo>
                    <a:pt x="0" y="3268980"/>
                    <a:pt x="63500" y="3331210"/>
                    <a:pt x="140970" y="3331210"/>
                  </a:cubicBezTo>
                  <a:lnTo>
                    <a:pt x="6209030" y="3331210"/>
                  </a:lnTo>
                  <a:cubicBezTo>
                    <a:pt x="6286500" y="3331210"/>
                    <a:pt x="6350000" y="3268980"/>
                    <a:pt x="6350000" y="3192780"/>
                  </a:cubicBezTo>
                  <a:lnTo>
                    <a:pt x="6350000" y="138430"/>
                  </a:lnTo>
                  <a:cubicBezTo>
                    <a:pt x="6350000" y="62230"/>
                    <a:pt x="6286500" y="0"/>
                    <a:pt x="6209030" y="0"/>
                  </a:cubicBezTo>
                  <a:close/>
                </a:path>
              </a:pathLst>
            </a:custGeom>
            <a:blipFill>
              <a:blip r:embed="rId2"/>
              <a:stretch>
                <a:fillRect t="-13500" b="-13500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637420" y="6614934"/>
            <a:ext cx="636473" cy="636473"/>
          </a:xfrm>
          <a:custGeom>
            <a:avLst/>
            <a:gdLst/>
            <a:ahLst/>
            <a:cxnLst/>
            <a:rect l="l" t="t" r="r" b="b"/>
            <a:pathLst>
              <a:path w="636473" h="636473">
                <a:moveTo>
                  <a:pt x="0" y="0"/>
                </a:moveTo>
                <a:lnTo>
                  <a:pt x="636473" y="0"/>
                </a:lnTo>
                <a:lnTo>
                  <a:pt x="636473" y="636473"/>
                </a:lnTo>
                <a:lnTo>
                  <a:pt x="0" y="6364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9653516" y="7434981"/>
            <a:ext cx="604282" cy="604282"/>
          </a:xfrm>
          <a:custGeom>
            <a:avLst/>
            <a:gdLst/>
            <a:ahLst/>
            <a:cxnLst/>
            <a:rect l="l" t="t" r="r" b="b"/>
            <a:pathLst>
              <a:path w="604282" h="604282">
                <a:moveTo>
                  <a:pt x="0" y="0"/>
                </a:moveTo>
                <a:lnTo>
                  <a:pt x="604281" y="0"/>
                </a:lnTo>
                <a:lnTo>
                  <a:pt x="604281" y="604281"/>
                </a:lnTo>
                <a:lnTo>
                  <a:pt x="0" y="6042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TextBox 12"/>
          <p:cNvSpPr txBox="1"/>
          <p:nvPr/>
        </p:nvSpPr>
        <p:spPr>
          <a:xfrm>
            <a:off x="1673734" y="1129828"/>
            <a:ext cx="7546014" cy="119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5"/>
              </a:lnSpc>
            </a:pPr>
            <a:r>
              <a:rPr lang="en-US" sz="7318" b="1" spc="-51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Código de </a:t>
            </a:r>
            <a:r>
              <a:rPr lang="en-US" sz="7318" b="1" spc="-51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Ética</a:t>
            </a:r>
            <a:endParaRPr lang="en-US" sz="7318" b="1" spc="-51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63151" y="2628734"/>
            <a:ext cx="8310471" cy="73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237" lvl="1" indent="-281119" algn="l">
              <a:lnSpc>
                <a:spcPts val="3645"/>
              </a:lnSpc>
              <a:buAutoNum type="arabicPeriod"/>
            </a:pPr>
            <a:r>
              <a:rPr lang="en-US" sz="2600" b="1" dirty="0" err="1">
                <a:solidFill>
                  <a:srgbClr val="ECAD47"/>
                </a:solidFill>
                <a:latin typeface="Open Sauce"/>
                <a:sym typeface="Open Sauce"/>
              </a:rPr>
              <a:t>Compromiso</a:t>
            </a:r>
            <a:r>
              <a:rPr lang="en-US" sz="2600" b="1" dirty="0">
                <a:solidFill>
                  <a:srgbClr val="ECAD47"/>
                </a:solidFill>
                <a:latin typeface="Open Sauce"/>
                <a:sym typeface="Open Sauce"/>
              </a:rPr>
              <a:t> </a:t>
            </a:r>
            <a:r>
              <a:rPr lang="en-US" sz="2600" b="1" dirty="0" err="1">
                <a:solidFill>
                  <a:srgbClr val="ECAD47"/>
                </a:solidFill>
                <a:latin typeface="Open Sauce"/>
                <a:sym typeface="Open Sauce"/>
              </a:rPr>
              <a:t>educativo</a:t>
            </a:r>
            <a:r>
              <a:rPr lang="en-US" sz="26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Todos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materiales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producidos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deberán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fomentar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aprendizaje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la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inclusión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digital.</a:t>
            </a:r>
          </a:p>
          <a:p>
            <a:pPr marL="562237" lvl="1" indent="-281119" algn="l">
              <a:lnSpc>
                <a:spcPts val="3645"/>
              </a:lnSpc>
              <a:buAutoNum type="arabicPeriod"/>
            </a:pPr>
            <a:endParaRPr lang="en-US" sz="260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2237" lvl="1" indent="-281119" algn="l">
              <a:lnSpc>
                <a:spcPts val="3645"/>
              </a:lnSpc>
              <a:buAutoNum type="arabicPeriod"/>
            </a:pPr>
            <a:r>
              <a:rPr lang="en-US" sz="2800" b="1" dirty="0" err="1">
                <a:solidFill>
                  <a:srgbClr val="996C9C"/>
                </a:solidFill>
                <a:latin typeface="Open Sauce"/>
                <a:sym typeface="Open Sauce"/>
              </a:rPr>
              <a:t>Transparencia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La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información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será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verificada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aprobada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antes de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publicación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62237" lvl="1" indent="-281119" algn="l">
              <a:lnSpc>
                <a:spcPts val="3645"/>
              </a:lnSpc>
              <a:buAutoNum type="arabicPeriod"/>
            </a:pPr>
            <a:endParaRPr lang="en-US" sz="260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2237" lvl="1" indent="-281119" algn="l">
              <a:lnSpc>
                <a:spcPts val="3645"/>
              </a:lnSpc>
              <a:buAutoNum type="arabicPeriod"/>
            </a:pPr>
            <a:r>
              <a:rPr lang="en-US" sz="2600" b="1" dirty="0">
                <a:solidFill>
                  <a:srgbClr val="ECAD47"/>
                </a:solidFill>
                <a:latin typeface="Open Sauce"/>
                <a:sym typeface="Open Sauce"/>
              </a:rPr>
              <a:t>Respeto </a:t>
            </a:r>
            <a:r>
              <a:rPr lang="en-US" sz="2600" b="1" dirty="0" err="1">
                <a:solidFill>
                  <a:srgbClr val="ECAD47"/>
                </a:solidFill>
                <a:latin typeface="Open Sauce"/>
                <a:sym typeface="Open Sauce"/>
              </a:rPr>
              <a:t>institucional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Uso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adecuado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la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identidad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visual y de las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plataformas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cada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institución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colaboradora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62237" lvl="1" indent="-281119" algn="l">
              <a:lnSpc>
                <a:spcPts val="3645"/>
              </a:lnSpc>
              <a:buAutoNum type="arabicPeriod"/>
            </a:pPr>
            <a:endParaRPr lang="en-US" sz="260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2237" lvl="1" indent="-281119" algn="l">
              <a:lnSpc>
                <a:spcPts val="3645"/>
              </a:lnSpc>
              <a:buAutoNum type="arabicPeriod"/>
            </a:pPr>
            <a:r>
              <a:rPr lang="en-US" sz="2800" b="1" dirty="0" err="1">
                <a:solidFill>
                  <a:srgbClr val="996C9C"/>
                </a:solidFill>
                <a:latin typeface="Open Sauce"/>
                <a:sym typeface="Open Sauce"/>
              </a:rPr>
              <a:t>Innovación</a:t>
            </a:r>
            <a:r>
              <a:rPr lang="en-US" sz="2800" b="1" dirty="0">
                <a:solidFill>
                  <a:srgbClr val="996C9C"/>
                </a:solidFill>
                <a:latin typeface="Open Sauce"/>
                <a:sym typeface="Open Sauce"/>
              </a:rPr>
              <a:t> </a:t>
            </a:r>
            <a:r>
              <a:rPr lang="en-US" sz="2800" b="1" dirty="0" err="1">
                <a:solidFill>
                  <a:srgbClr val="996C9C"/>
                </a:solidFill>
                <a:latin typeface="Open Sauce"/>
                <a:sym typeface="Open Sauce"/>
              </a:rPr>
              <a:t>constante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Buscar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siempre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mejorar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procesos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enseñanza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aprendizaje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mediante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nuevas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herramientas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4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digitales</a:t>
            </a:r>
            <a:r>
              <a:rPr lang="en-US" sz="260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645"/>
              </a:lnSpc>
            </a:pPr>
            <a:endParaRPr lang="en-US" sz="260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68881" y="1679013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15690846" y="9035021"/>
            <a:ext cx="1568454" cy="860689"/>
          </a:xfrm>
          <a:custGeom>
            <a:avLst/>
            <a:gdLst/>
            <a:ahLst/>
            <a:cxnLst/>
            <a:rect l="l" t="t" r="r" b="b"/>
            <a:pathLst>
              <a:path w="1568454" h="860689">
                <a:moveTo>
                  <a:pt x="0" y="0"/>
                </a:moveTo>
                <a:lnTo>
                  <a:pt x="1568454" y="0"/>
                </a:lnTo>
                <a:lnTo>
                  <a:pt x="1568454" y="860689"/>
                </a:lnTo>
                <a:lnTo>
                  <a:pt x="0" y="8606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6" name="Group 16"/>
          <p:cNvGrpSpPr/>
          <p:nvPr/>
        </p:nvGrpSpPr>
        <p:grpSpPr>
          <a:xfrm>
            <a:off x="-1303593" y="8797527"/>
            <a:ext cx="3122391" cy="312239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3ED56">
                    <a:alpha val="100000"/>
                  </a:srgbClr>
                </a:gs>
                <a:gs pos="100000">
                  <a:srgbClr val="E4832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907958" y="6517104"/>
            <a:ext cx="1977186" cy="197718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DC75FA">
                      <a:alpha val="100000"/>
                    </a:srgbClr>
                  </a:gs>
                  <a:gs pos="100000">
                    <a:srgbClr val="EFBF1A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2599173">
            <a:off x="15948778" y="8540487"/>
            <a:ext cx="630036" cy="580815"/>
          </a:xfrm>
          <a:custGeom>
            <a:avLst/>
            <a:gdLst/>
            <a:ahLst/>
            <a:cxnLst/>
            <a:rect l="l" t="t" r="r" b="b"/>
            <a:pathLst>
              <a:path w="630036" h="580815">
                <a:moveTo>
                  <a:pt x="0" y="0"/>
                </a:moveTo>
                <a:lnTo>
                  <a:pt x="630036" y="0"/>
                </a:lnTo>
                <a:lnTo>
                  <a:pt x="630036" y="580814"/>
                </a:lnTo>
                <a:lnTo>
                  <a:pt x="0" y="5808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 rot="2599173">
            <a:off x="8161615" y="2136653"/>
            <a:ext cx="517978" cy="477511"/>
          </a:xfrm>
          <a:custGeom>
            <a:avLst/>
            <a:gdLst/>
            <a:ahLst/>
            <a:cxnLst/>
            <a:rect l="l" t="t" r="r" b="b"/>
            <a:pathLst>
              <a:path w="517978" h="477511">
                <a:moveTo>
                  <a:pt x="0" y="0"/>
                </a:moveTo>
                <a:lnTo>
                  <a:pt x="517978" y="0"/>
                </a:lnTo>
                <a:lnTo>
                  <a:pt x="517978" y="477511"/>
                </a:lnTo>
                <a:lnTo>
                  <a:pt x="0" y="4775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7" name="Group 19">
            <a:extLst>
              <a:ext uri="{FF2B5EF4-FFF2-40B4-BE49-F238E27FC236}">
                <a16:creationId xmlns:a16="http://schemas.microsoft.com/office/drawing/2014/main" id="{F683B9B5-BCE1-AC4C-91C1-146F82059093}"/>
              </a:ext>
            </a:extLst>
          </p:cNvPr>
          <p:cNvGrpSpPr/>
          <p:nvPr/>
        </p:nvGrpSpPr>
        <p:grpSpPr>
          <a:xfrm>
            <a:off x="15120796" y="-2192648"/>
            <a:ext cx="5986604" cy="4919445"/>
            <a:chOff x="0" y="0"/>
            <a:chExt cx="812800" cy="812800"/>
          </a:xfrm>
        </p:grpSpPr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BBBA772A-4EA2-46F2-5271-B7FD1A5BD8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DC75FA">
                      <a:alpha val="100000"/>
                    </a:srgbClr>
                  </a:gs>
                  <a:gs pos="100000">
                    <a:srgbClr val="EFBF1A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Box 21">
              <a:extLst>
                <a:ext uri="{FF2B5EF4-FFF2-40B4-BE49-F238E27FC236}">
                  <a16:creationId xmlns:a16="http://schemas.microsoft.com/office/drawing/2014/main" id="{B552B006-570A-B7E2-086C-2E28B576E39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65166" y="2653301"/>
            <a:ext cx="2395329" cy="2395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solidFill>
                <a:srgbClr val="996C9C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174940"/>
            <a:ext cx="18288000" cy="7352739"/>
            <a:chOff x="0" y="0"/>
            <a:chExt cx="4816593" cy="19365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936524"/>
            </a:xfrm>
            <a:custGeom>
              <a:avLst/>
              <a:gdLst/>
              <a:ahLst/>
              <a:cxnLst/>
              <a:rect l="l" t="t" r="r" b="b"/>
              <a:pathLst>
                <a:path w="4816592" h="1936524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914934"/>
                  </a:lnTo>
                  <a:cubicBezTo>
                    <a:pt x="4816592" y="1926858"/>
                    <a:pt x="4806926" y="1936524"/>
                    <a:pt x="4795002" y="1936524"/>
                  </a:cubicBezTo>
                  <a:lnTo>
                    <a:pt x="21590" y="1936524"/>
                  </a:lnTo>
                  <a:cubicBezTo>
                    <a:pt x="15864" y="1936524"/>
                    <a:pt x="10372" y="1934249"/>
                    <a:pt x="6324" y="1930200"/>
                  </a:cubicBezTo>
                  <a:cubicBezTo>
                    <a:pt x="2275" y="1926151"/>
                    <a:pt x="0" y="1920660"/>
                    <a:pt x="0" y="191493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75FA">
                    <a:alpha val="100000"/>
                  </a:srgbClr>
                </a:gs>
                <a:gs pos="100000">
                  <a:srgbClr val="EFBF1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1974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4764998" y="5511876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6" y="0"/>
                </a:lnTo>
                <a:lnTo>
                  <a:pt x="9529996" y="9529996"/>
                </a:lnTo>
                <a:lnTo>
                  <a:pt x="0" y="9529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6094119" y="-7263081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6" y="0"/>
                </a:lnTo>
                <a:lnTo>
                  <a:pt x="9529996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0" y="543916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16974297" y="4353921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2" name="Group 12"/>
          <p:cNvGrpSpPr/>
          <p:nvPr/>
        </p:nvGrpSpPr>
        <p:grpSpPr>
          <a:xfrm>
            <a:off x="16128024" y="8110547"/>
            <a:ext cx="1692546" cy="169254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6C9C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2599173">
            <a:off x="15766333" y="3529757"/>
            <a:ext cx="723382" cy="666868"/>
          </a:xfrm>
          <a:custGeom>
            <a:avLst/>
            <a:gdLst/>
            <a:ahLst/>
            <a:cxnLst/>
            <a:rect l="l" t="t" r="r" b="b"/>
            <a:pathLst>
              <a:path w="723382" h="666868">
                <a:moveTo>
                  <a:pt x="0" y="0"/>
                </a:moveTo>
                <a:lnTo>
                  <a:pt x="723382" y="0"/>
                </a:lnTo>
                <a:lnTo>
                  <a:pt x="723382" y="666868"/>
                </a:lnTo>
                <a:lnTo>
                  <a:pt x="0" y="666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12362830" y="-592647"/>
            <a:ext cx="6285695" cy="9893137"/>
          </a:xfrm>
          <a:custGeom>
            <a:avLst/>
            <a:gdLst/>
            <a:ahLst/>
            <a:cxnLst/>
            <a:rect l="l" t="t" r="r" b="b"/>
            <a:pathLst>
              <a:path w="6285695" h="9893137">
                <a:moveTo>
                  <a:pt x="0" y="0"/>
                </a:moveTo>
                <a:lnTo>
                  <a:pt x="6285695" y="0"/>
                </a:lnTo>
                <a:lnTo>
                  <a:pt x="6285695" y="9893137"/>
                </a:lnTo>
                <a:lnTo>
                  <a:pt x="0" y="98931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TextBox 17"/>
          <p:cNvSpPr txBox="1"/>
          <p:nvPr/>
        </p:nvSpPr>
        <p:spPr>
          <a:xfrm>
            <a:off x="2060938" y="977554"/>
            <a:ext cx="12848204" cy="15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27"/>
              </a:lnSpc>
            </a:pPr>
            <a:r>
              <a:rPr lang="en-US" sz="9233" b="1" spc="-6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Información adicional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4922" y="4581036"/>
            <a:ext cx="14058723" cy="517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136" lvl="1" indent="-282568" algn="l">
              <a:lnSpc>
                <a:spcPts val="3664"/>
              </a:lnSpc>
              <a:buFont typeface="Arial"/>
              <a:buChar char="•"/>
            </a:pPr>
            <a:r>
              <a:rPr lang="en-US" sz="2617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Ubicación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Zumpango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Estado de México.</a:t>
            </a:r>
          </a:p>
          <a:p>
            <a:pPr marL="565136" lvl="1" indent="-282568" algn="l">
              <a:lnSpc>
                <a:spcPts val="3664"/>
              </a:lnSpc>
              <a:buFont typeface="Arial"/>
              <a:buChar char="•"/>
            </a:pPr>
            <a:r>
              <a:rPr lang="en-US" sz="2617" b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Tipo de </a:t>
            </a: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empresa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Empresa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servicios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tecnológicos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educativos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565136" lvl="1" indent="-282568" algn="l">
              <a:lnSpc>
                <a:spcPts val="3664"/>
              </a:lnSpc>
              <a:buFont typeface="Arial"/>
              <a:buChar char="•"/>
            </a:pP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Fundadores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Luis Alberto Mejía López, María Daniela Islas Hernández, Citli López Campos, Guerrero Estrada David Israel.</a:t>
            </a:r>
          </a:p>
          <a:p>
            <a:pPr marL="565136" lvl="1" indent="-282568" algn="l">
              <a:lnSpc>
                <a:spcPts val="3664"/>
              </a:lnSpc>
              <a:buFont typeface="Arial"/>
              <a:buChar char="•"/>
            </a:pP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Patrocinador</a:t>
            </a:r>
            <a:r>
              <a:rPr lang="en-US" sz="2617" b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académico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Prof. Hazem Álvarez Rodríguez.</a:t>
            </a:r>
          </a:p>
          <a:p>
            <a:pPr marL="565136" lvl="1" indent="-282568" algn="l">
              <a:lnSpc>
                <a:spcPts val="3664"/>
              </a:lnSpc>
              <a:buFont typeface="Arial"/>
              <a:buChar char="•"/>
            </a:pPr>
            <a:r>
              <a:rPr lang="en-US" sz="2617" b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Año de </a:t>
            </a: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fundación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2025.</a:t>
            </a:r>
          </a:p>
          <a:p>
            <a:pPr marL="565136" lvl="1" indent="-282568" algn="l">
              <a:lnSpc>
                <a:spcPts val="3664"/>
              </a:lnSpc>
              <a:buFont typeface="Arial"/>
              <a:buChar char="•"/>
            </a:pP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Estructura</a:t>
            </a:r>
            <a:r>
              <a:rPr lang="en-US" sz="2617" b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17" b="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organizativa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marL="1130272" lvl="2" indent="-376757" algn="l">
              <a:lnSpc>
                <a:spcPts val="3664"/>
              </a:lnSpc>
              <a:buAutoNum type="alphaLcPeriod"/>
            </a:pP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Dirección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General: Guerrero Estrada David Israel</a:t>
            </a:r>
          </a:p>
          <a:p>
            <a:pPr marL="1130272" lvl="2" indent="-376757" algn="l">
              <a:lnSpc>
                <a:spcPts val="3664"/>
              </a:lnSpc>
              <a:buAutoNum type="alphaLcPeriod"/>
            </a:pP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Coordinación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Proyectos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Luis Alberto Mejía López </a:t>
            </a:r>
          </a:p>
          <a:p>
            <a:pPr marL="1130272" lvl="2" indent="-376757" algn="l">
              <a:lnSpc>
                <a:spcPts val="3664"/>
              </a:lnSpc>
              <a:buAutoNum type="alphaLcPeriod"/>
            </a:pP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Comunicación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Visual: Citli López Campos</a:t>
            </a:r>
          </a:p>
          <a:p>
            <a:pPr marL="1130272" lvl="2" indent="-376757" algn="l">
              <a:lnSpc>
                <a:spcPts val="3664"/>
              </a:lnSpc>
              <a:buAutoNum type="alphaLcPeriod"/>
            </a:pPr>
            <a:r>
              <a:rPr lang="en-US" sz="2617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Producción</a:t>
            </a:r>
            <a:r>
              <a:rPr lang="en-US" sz="2617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Audiovisual: María Daniela Islas Hernández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578</Words>
  <Application>Microsoft Office PowerPoint</Application>
  <PresentationFormat>Personalizado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Open Sauce Italics</vt:lpstr>
      <vt:lpstr>Calibri</vt:lpstr>
      <vt:lpstr>Open Sans Bold</vt:lpstr>
      <vt:lpstr>Open Sauce Bold</vt:lpstr>
      <vt:lpstr>Open Sauce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empresa fantasma </dc:title>
  <cp:lastModifiedBy>Luis ML</cp:lastModifiedBy>
  <cp:revision>2</cp:revision>
  <dcterms:created xsi:type="dcterms:W3CDTF">2006-08-16T00:00:00Z</dcterms:created>
  <dcterms:modified xsi:type="dcterms:W3CDTF">2025-10-22T15:39:13Z</dcterms:modified>
  <dc:identifier>DAG2MB7rs8Q</dc:identifier>
</cp:coreProperties>
</file>